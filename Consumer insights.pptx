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7" r:id="rId5"/>
    <p:sldId id="258" r:id="rId6"/>
    <p:sldId id="261" r:id="rId7"/>
    <p:sldId id="287" r:id="rId8"/>
    <p:sldId id="288" r:id="rId9"/>
    <p:sldId id="289" r:id="rId10"/>
    <p:sldId id="285" r:id="rId11"/>
    <p:sldId id="296" r:id="rId12"/>
    <p:sldId id="293" r:id="rId13"/>
    <p:sldId id="294" r:id="rId14"/>
    <p:sldId id="291" r:id="rId15"/>
    <p:sldId id="284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3792" userDrawn="1">
          <p15:clr>
            <a:srgbClr val="A4A3A4"/>
          </p15:clr>
        </p15:guide>
        <p15:guide id="4" orient="horz" pos="336" userDrawn="1">
          <p15:clr>
            <a:srgbClr val="A4A3A4"/>
          </p15:clr>
        </p15:guide>
        <p15:guide id="5" orient="horz" pos="1920" userDrawn="1">
          <p15:clr>
            <a:srgbClr val="A4A3A4"/>
          </p15:clr>
        </p15:guide>
        <p15:guide id="6" orient="horz" pos="3984" userDrawn="1">
          <p15:clr>
            <a:srgbClr val="A4A3A4"/>
          </p15:clr>
        </p15:guide>
        <p15:guide id="7" orient="horz" pos="1152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671" userDrawn="1">
          <p15:clr>
            <a:srgbClr val="A4A3A4"/>
          </p15:clr>
        </p15:guide>
        <p15:guide id="10" pos="7007" userDrawn="1">
          <p15:clr>
            <a:srgbClr val="A4A3A4"/>
          </p15:clr>
        </p15:guide>
        <p15:guide id="11" pos="6143" userDrawn="1">
          <p15:clr>
            <a:srgbClr val="A4A3A4"/>
          </p15:clr>
        </p15:guide>
        <p15:guide id="12" pos="3263" userDrawn="1">
          <p15:clr>
            <a:srgbClr val="A4A3A4"/>
          </p15:clr>
        </p15:guide>
        <p15:guide id="13" pos="7391" userDrawn="1">
          <p15:clr>
            <a:srgbClr val="A4A3A4"/>
          </p15:clr>
        </p15:guide>
        <p15:guide id="14" pos="36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BA50D-9675-1939-3A7C-1AB54E53B313}" v="112" dt="2026-07-15T06:07:25.672"/>
    <p1510:client id="{8175A1A7-6DAF-14BE-F618-6E7FEBC28162}" v="545" dt="2026-07-14T13:24:53.53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bafirdouse shani" userId="d7fbb6f7c0addc7b" providerId="Windows Live" clId="Web-{8175A1A7-6DAF-14BE-F618-6E7FEBC28162}"/>
    <pc:docChg chg="mod addSld delSld modSld sldOrd addMainMaster delMainMaster">
      <pc:chgData name="shanibafirdouse shani" userId="d7fbb6f7c0addc7b" providerId="Windows Live" clId="Web-{8175A1A7-6DAF-14BE-F618-6E7FEBC28162}" dt="2026-07-14T13:24:53.536" v="522"/>
      <pc:docMkLst>
        <pc:docMk/>
      </pc:docMkLst>
      <pc:sldChg chg="modSp mo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3658128150" sldId="257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658128150" sldId="257"/>
            <ac:spMk id="3" creationId="{00000000-0000-0000-0000-00000000000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658128150" sldId="257"/>
            <ac:spMk id="4" creationId="{00000000-0000-0000-0000-000000000000}"/>
          </ac:spMkLst>
        </pc:spChg>
      </pc:sldChg>
      <pc:sldChg chg="modSp mo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1637310646" sldId="258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637310646" sldId="258"/>
            <ac:spMk id="5" creationId="{82F12F65-CFBF-E39D-F16A-E9561BC278D3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637310646" sldId="258"/>
            <ac:spMk id="7" creationId="{3B825F97-272C-5FC6-E139-FE41DAE33732}"/>
          </ac:spMkLst>
        </pc:spChg>
      </pc:sldChg>
      <pc:sldChg chg="modSp mo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3388139804" sldId="261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388139804" sldId="261"/>
            <ac:spMk id="2" creationId="{00000000-0000-0000-0000-00000000000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388139804" sldId="261"/>
            <ac:spMk id="3" creationId="{00000000-0000-0000-0000-00000000000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388139804" sldId="261"/>
            <ac:spMk id="4" creationId="{F621D1C7-0250-310E-600C-FA985A7F7C73}"/>
          </ac:spMkLst>
        </pc:spChg>
        <pc:picChg chg="mod ord">
          <ac:chgData name="shanibafirdouse shani" userId="d7fbb6f7c0addc7b" providerId="Windows Live" clId="Web-{8175A1A7-6DAF-14BE-F618-6E7FEBC28162}" dt="2026-07-14T12:40:05.383" v="426"/>
          <ac:picMkLst>
            <pc:docMk/>
            <pc:sldMk cId="3388139804" sldId="261"/>
            <ac:picMk id="5" creationId="{0F31947B-0403-467A-3495-122CFA121119}"/>
          </ac:picMkLst>
        </pc:picChg>
      </pc:sldChg>
      <pc:sldChg chg="del">
        <pc:chgData name="shanibafirdouse shani" userId="d7fbb6f7c0addc7b" providerId="Windows Live" clId="Web-{8175A1A7-6DAF-14BE-F618-6E7FEBC28162}" dt="2026-07-14T12:39:07.725" v="418"/>
        <pc:sldMkLst>
          <pc:docMk/>
          <pc:sldMk cId="4212917468" sldId="268"/>
        </pc:sldMkLst>
      </pc:sldChg>
      <pc:sldChg chg="del">
        <pc:chgData name="shanibafirdouse shani" userId="d7fbb6f7c0addc7b" providerId="Windows Live" clId="Web-{8175A1A7-6DAF-14BE-F618-6E7FEBC28162}" dt="2026-07-14T12:39:08.490" v="419"/>
        <pc:sldMkLst>
          <pc:docMk/>
          <pc:sldMk cId="2563119616" sldId="274"/>
        </pc:sldMkLst>
      </pc:sldChg>
      <pc:sldChg chg="del">
        <pc:chgData name="shanibafirdouse shani" userId="d7fbb6f7c0addc7b" providerId="Windows Live" clId="Web-{8175A1A7-6DAF-14BE-F618-6E7FEBC28162}" dt="2026-07-14T12:39:10.225" v="421"/>
        <pc:sldMkLst>
          <pc:docMk/>
          <pc:sldMk cId="3103683689" sldId="277"/>
        </pc:sldMkLst>
      </pc:sldChg>
      <pc:sldChg chg="del">
        <pc:chgData name="shanibafirdouse shani" userId="d7fbb6f7c0addc7b" providerId="Windows Live" clId="Web-{8175A1A7-6DAF-14BE-F618-6E7FEBC28162}" dt="2026-07-14T12:39:09.225" v="420"/>
        <pc:sldMkLst>
          <pc:docMk/>
          <pc:sldMk cId="3566262167" sldId="281"/>
        </pc:sldMkLst>
      </pc:sldChg>
      <pc:sldChg chg="addSp delSp modSp mo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570957648" sldId="284"/>
        </pc:sldMkLst>
        <pc:spChg chg="add del mod">
          <ac:chgData name="shanibafirdouse shani" userId="d7fbb6f7c0addc7b" providerId="Windows Live" clId="Web-{8175A1A7-6DAF-14BE-F618-6E7FEBC28162}" dt="2026-07-14T12:37:40.236" v="416" actId="20577"/>
          <ac:spMkLst>
            <pc:docMk/>
            <pc:sldMk cId="570957648" sldId="284"/>
            <ac:spMk id="2" creationId="{2DF483D3-E682-4719-77B9-3A61B0270955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570957648" sldId="284"/>
            <ac:spMk id="3" creationId="{D5D044B4-49AD-20F7-17BB-E5A0C27444E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570957648" sldId="284"/>
            <ac:spMk id="4" creationId="{2FC717FE-BCED-84E0-51E6-EE31F0348F07}"/>
          </ac:spMkLst>
        </pc:spChg>
        <pc:picChg chg="add mod">
          <ac:chgData name="shanibafirdouse shani" userId="d7fbb6f7c0addc7b" providerId="Windows Live" clId="Web-{8175A1A7-6DAF-14BE-F618-6E7FEBC28162}" dt="2026-07-14T12:36:36.155" v="402" actId="1076"/>
          <ac:picMkLst>
            <pc:docMk/>
            <pc:sldMk cId="570957648" sldId="284"/>
            <ac:picMk id="12" creationId="{A6E7202A-397E-C388-E7AB-F1E968A8493A}"/>
          </ac:picMkLst>
        </pc:picChg>
        <pc:picChg chg="add mod">
          <ac:chgData name="shanibafirdouse shani" userId="d7fbb6f7c0addc7b" providerId="Windows Live" clId="Web-{8175A1A7-6DAF-14BE-F618-6E7FEBC28162}" dt="2026-07-14T12:36:48.281" v="405" actId="1076"/>
          <ac:picMkLst>
            <pc:docMk/>
            <pc:sldMk cId="570957648" sldId="284"/>
            <ac:picMk id="13" creationId="{15ED1B4A-77A2-7885-EBA2-19E782563B40}"/>
          </ac:picMkLst>
        </pc:picChg>
        <pc:picChg chg="add mod">
          <ac:chgData name="shanibafirdouse shani" userId="d7fbb6f7c0addc7b" providerId="Windows Live" clId="Web-{8175A1A7-6DAF-14BE-F618-6E7FEBC28162}" dt="2026-07-14T12:36:56.406" v="407" actId="14100"/>
          <ac:picMkLst>
            <pc:docMk/>
            <pc:sldMk cId="570957648" sldId="284"/>
            <ac:picMk id="14" creationId="{FC0978FD-B2C2-8A4B-E694-30D4F597CF75}"/>
          </ac:picMkLst>
        </pc:picChg>
      </pc:sldChg>
      <pc:sldChg chg="addSp delSp modSp mod or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516895472" sldId="285"/>
        </pc:sldMkLst>
        <pc:spChg chg="add mod ord">
          <ac:chgData name="shanibafirdouse shani" userId="d7fbb6f7c0addc7b" providerId="Windows Live" clId="Web-{8175A1A7-6DAF-14BE-F618-6E7FEBC28162}" dt="2026-07-14T12:40:05.383" v="426"/>
          <ac:spMkLst>
            <pc:docMk/>
            <pc:sldMk cId="516895472" sldId="285"/>
            <ac:spMk id="6" creationId="{DF1A8025-0870-176F-D271-FC84DF523E97}"/>
          </ac:spMkLst>
        </pc:spChg>
        <pc:spChg chg="add mod ord">
          <ac:chgData name="shanibafirdouse shani" userId="d7fbb6f7c0addc7b" providerId="Windows Live" clId="Web-{8175A1A7-6DAF-14BE-F618-6E7FEBC28162}" dt="2026-07-14T12:40:05.383" v="426"/>
          <ac:spMkLst>
            <pc:docMk/>
            <pc:sldMk cId="516895472" sldId="285"/>
            <ac:spMk id="107" creationId="{DA83FD01-9FFC-0C06-9529-4E34F8F61454}"/>
          </ac:spMkLst>
        </pc:spChg>
        <pc:spChg chg="add mod ord">
          <ac:chgData name="shanibafirdouse shani" userId="d7fbb6f7c0addc7b" providerId="Windows Live" clId="Web-{8175A1A7-6DAF-14BE-F618-6E7FEBC28162}" dt="2026-07-14T12:40:05.383" v="426"/>
          <ac:spMkLst>
            <pc:docMk/>
            <pc:sldMk cId="516895472" sldId="285"/>
            <ac:spMk id="109" creationId="{5662D376-F612-B1A7-7584-ADBF672F08EE}"/>
          </ac:spMkLst>
        </pc:spChg>
      </pc:sldChg>
      <pc:sldChg chg="addSp delSp modSp mo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3462361383" sldId="287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462361383" sldId="287"/>
            <ac:spMk id="2" creationId="{5F59E238-8C0C-C5B2-01FC-8FD3C1007245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462361383" sldId="287"/>
            <ac:spMk id="3" creationId="{E816ED85-3C9B-4A7D-458A-D202656C3D87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462361383" sldId="287"/>
            <ac:spMk id="4" creationId="{EEA9CCF5-D981-7E49-1699-68AF9F138934}"/>
          </ac:spMkLst>
        </pc:spChg>
        <pc:picChg chg="add mod ord modCrop">
          <ac:chgData name="shanibafirdouse shani" userId="d7fbb6f7c0addc7b" providerId="Windows Live" clId="Web-{8175A1A7-6DAF-14BE-F618-6E7FEBC28162}" dt="2026-07-14T12:40:05.383" v="426"/>
          <ac:picMkLst>
            <pc:docMk/>
            <pc:sldMk cId="3462361383" sldId="287"/>
            <ac:picMk id="8" creationId="{38CE1381-102E-7894-A8B4-2696870ACDC3}"/>
          </ac:picMkLst>
        </pc:picChg>
      </pc:sldChg>
      <pc:sldChg chg="addSp delSp modSp add mo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225243171" sldId="288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25243171" sldId="288"/>
            <ac:spMk id="2" creationId="{3486B115-8C53-A0CE-4F8E-B912C57C97B6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25243171" sldId="288"/>
            <ac:spMk id="3" creationId="{7CEAAB87-CEA3-0724-6DF4-5AE705646AA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25243171" sldId="288"/>
            <ac:spMk id="4" creationId="{EC086289-66A5-0586-CFB1-2363EE066E78}"/>
          </ac:spMkLst>
        </pc:spChg>
        <pc:picChg chg="add mod ord">
          <ac:chgData name="shanibafirdouse shani" userId="d7fbb6f7c0addc7b" providerId="Windows Live" clId="Web-{8175A1A7-6DAF-14BE-F618-6E7FEBC28162}" dt="2026-07-14T12:40:05.383" v="426"/>
          <ac:picMkLst>
            <pc:docMk/>
            <pc:sldMk cId="225243171" sldId="288"/>
            <ac:picMk id="7" creationId="{B5B975FD-E05F-8CD3-6062-F12CE897D67F}"/>
          </ac:picMkLst>
        </pc:picChg>
      </pc:sldChg>
      <pc:sldChg chg="addSp delSp modSp add mo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12550127" sldId="289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2550127" sldId="289"/>
            <ac:spMk id="2" creationId="{976E5470-0867-4CD0-8E1D-041DFEB93CD8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2550127" sldId="289"/>
            <ac:spMk id="3" creationId="{B4EF285F-8FC0-C1DB-9A15-AF9AFAE3ECB9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2550127" sldId="289"/>
            <ac:spMk id="4" creationId="{68B440AE-2A7D-291E-E94F-0DB83B35091A}"/>
          </ac:spMkLst>
        </pc:spChg>
        <pc:picChg chg="add mod ord">
          <ac:chgData name="shanibafirdouse shani" userId="d7fbb6f7c0addc7b" providerId="Windows Live" clId="Web-{8175A1A7-6DAF-14BE-F618-6E7FEBC28162}" dt="2026-07-14T12:40:05.383" v="426"/>
          <ac:picMkLst>
            <pc:docMk/>
            <pc:sldMk cId="12550127" sldId="289"/>
            <ac:picMk id="8" creationId="{FBB6ED41-03E8-74C9-A404-D83B8079FF04}"/>
          </ac:picMkLst>
        </pc:picChg>
      </pc:sldChg>
      <pc:sldChg chg="addSp delSp modSp add mod or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175031646" sldId="291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75031646" sldId="291"/>
            <ac:spMk id="2" creationId="{6D1B5F62-C897-F44F-235F-1B0A3197AB49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75031646" sldId="291"/>
            <ac:spMk id="3" creationId="{C4286D95-F837-0677-076B-F9E049124D11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175031646" sldId="291"/>
            <ac:spMk id="4" creationId="{C96BE0B0-5FC4-60BF-A833-848AFC7ADEC5}"/>
          </ac:spMkLst>
        </pc:spChg>
        <pc:picChg chg="add mod ord">
          <ac:chgData name="shanibafirdouse shani" userId="d7fbb6f7c0addc7b" providerId="Windows Live" clId="Web-{8175A1A7-6DAF-14BE-F618-6E7FEBC28162}" dt="2026-07-14T12:40:05.383" v="426"/>
          <ac:picMkLst>
            <pc:docMk/>
            <pc:sldMk cId="175031646" sldId="291"/>
            <ac:picMk id="7" creationId="{B7C56FF7-D8F5-2E57-EF4B-D8071A0C3366}"/>
          </ac:picMkLst>
        </pc:picChg>
      </pc:sldChg>
      <pc:sldChg chg="add del ord replId">
        <pc:chgData name="shanibafirdouse shani" userId="d7fbb6f7c0addc7b" providerId="Windows Live" clId="Web-{8175A1A7-6DAF-14BE-F618-6E7FEBC28162}" dt="2026-07-14T12:39:06.459" v="417"/>
        <pc:sldMkLst>
          <pc:docMk/>
          <pc:sldMk cId="1135354006" sldId="292"/>
        </pc:sldMkLst>
      </pc:sldChg>
      <pc:sldChg chg="addSp delSp modSp add mod or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3500276989" sldId="293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500276989" sldId="293"/>
            <ac:spMk id="2" creationId="{E9A42F5A-16F5-05C5-7E92-712FF3802CE5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500276989" sldId="293"/>
            <ac:spMk id="3" creationId="{B092DEEB-FC8B-67BB-BBA7-1A5DCE4D02B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500276989" sldId="293"/>
            <ac:spMk id="4" creationId="{6E0290C1-5E7D-5295-9D65-6EF184D83EAF}"/>
          </ac:spMkLst>
        </pc:spChg>
        <pc:picChg chg="add mod ord modCrop">
          <ac:chgData name="shanibafirdouse shani" userId="d7fbb6f7c0addc7b" providerId="Windows Live" clId="Web-{8175A1A7-6DAF-14BE-F618-6E7FEBC28162}" dt="2026-07-14T12:40:05.383" v="426"/>
          <ac:picMkLst>
            <pc:docMk/>
            <pc:sldMk cId="3500276989" sldId="293"/>
            <ac:picMk id="7" creationId="{E7D4A2AE-BD12-EE9F-3B3F-2D7DFCBE8AA2}"/>
          </ac:picMkLst>
        </pc:picChg>
      </pc:sldChg>
      <pc:sldChg chg="addSp delSp modSp add mod or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291331815" sldId="294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91331815" sldId="294"/>
            <ac:spMk id="2" creationId="{8DBBAF87-E26B-AC99-59E6-67030279F26D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91331815" sldId="294"/>
            <ac:spMk id="3" creationId="{824E2557-D0FD-3CAA-BA76-867CCB572CD8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291331815" sldId="294"/>
            <ac:spMk id="4" creationId="{64A4D001-4D25-1781-F5DC-3352BA41B737}"/>
          </ac:spMkLst>
        </pc:spChg>
        <pc:picChg chg="add mod ord">
          <ac:chgData name="shanibafirdouse shani" userId="d7fbb6f7c0addc7b" providerId="Windows Live" clId="Web-{8175A1A7-6DAF-14BE-F618-6E7FEBC28162}" dt="2026-07-14T12:40:05.383" v="426"/>
          <ac:picMkLst>
            <pc:docMk/>
            <pc:sldMk cId="291331815" sldId="294"/>
            <ac:picMk id="7" creationId="{EE432904-916B-5237-19AC-1755209CAF2B}"/>
          </ac:picMkLst>
        </pc:picChg>
      </pc:sldChg>
      <pc:sldChg chg="modSp add mod replId modClrScheme chgLayout">
        <pc:chgData name="shanibafirdouse shani" userId="d7fbb6f7c0addc7b" providerId="Windows Live" clId="Web-{8175A1A7-6DAF-14BE-F618-6E7FEBC28162}" dt="2026-07-14T12:40:05.383" v="426"/>
        <pc:sldMkLst>
          <pc:docMk/>
          <pc:sldMk cId="306359038" sldId="296"/>
        </pc:sldMkLst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06359038" sldId="296"/>
            <ac:spMk id="2" creationId="{F3E67A5F-6906-77F1-6B4F-BE5E947BE1E0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06359038" sldId="296"/>
            <ac:spMk id="3" creationId="{C16EA2DC-8EEF-C401-9579-D5608A55672A}"/>
          </ac:spMkLst>
        </pc:spChg>
        <pc:spChg chg="mod ord">
          <ac:chgData name="shanibafirdouse shani" userId="d7fbb6f7c0addc7b" providerId="Windows Live" clId="Web-{8175A1A7-6DAF-14BE-F618-6E7FEBC28162}" dt="2026-07-14T12:40:05.383" v="426"/>
          <ac:spMkLst>
            <pc:docMk/>
            <pc:sldMk cId="306359038" sldId="296"/>
            <ac:spMk id="4" creationId="{F6A303C7-42AE-A206-D00F-8AEB4B0E6EAB}"/>
          </ac:spMkLst>
        </pc:spChg>
        <pc:picChg chg="mod ord">
          <ac:chgData name="shanibafirdouse shani" userId="d7fbb6f7c0addc7b" providerId="Windows Live" clId="Web-{8175A1A7-6DAF-14BE-F618-6E7FEBC28162}" dt="2026-07-14T12:40:05.383" v="426"/>
          <ac:picMkLst>
            <pc:docMk/>
            <pc:sldMk cId="306359038" sldId="296"/>
            <ac:picMk id="13" creationId="{FE7A9D45-E0B9-5126-37E2-18B503D4747D}"/>
          </ac:picMkLst>
        </pc:picChg>
      </pc:sldChg>
      <pc:sldChg chg="addSp delSp modSp new mod modClrScheme chgLayout">
        <pc:chgData name="shanibafirdouse shani" userId="d7fbb6f7c0addc7b" providerId="Windows Live" clId="Web-{8175A1A7-6DAF-14BE-F618-6E7FEBC28162}" dt="2026-07-14T12:50:53.693" v="481"/>
        <pc:sldMkLst>
          <pc:docMk/>
          <pc:sldMk cId="3784275171" sldId="297"/>
        </pc:sldMkLst>
        <pc:spChg chg="del mod ord">
          <ac:chgData name="shanibafirdouse shani" userId="d7fbb6f7c0addc7b" providerId="Windows Live" clId="Web-{8175A1A7-6DAF-14BE-F618-6E7FEBC28162}" dt="2026-07-14T12:41:43.872" v="439"/>
          <ac:spMkLst>
            <pc:docMk/>
            <pc:sldMk cId="3784275171" sldId="297"/>
            <ac:spMk id="2" creationId="{F36B65CD-56FF-38EB-137C-E5B8EA51B2C5}"/>
          </ac:spMkLst>
        </pc:spChg>
        <pc:spChg chg="del mod ord">
          <ac:chgData name="shanibafirdouse shani" userId="d7fbb6f7c0addc7b" providerId="Windows Live" clId="Web-{8175A1A7-6DAF-14BE-F618-6E7FEBC28162}" dt="2026-07-14T12:41:25.949" v="435"/>
          <ac:spMkLst>
            <pc:docMk/>
            <pc:sldMk cId="3784275171" sldId="297"/>
            <ac:spMk id="3" creationId="{445E2718-0BB0-855E-2BE2-D0C5539B4738}"/>
          </ac:spMkLst>
        </pc:spChg>
        <pc:spChg chg="add del mod ord">
          <ac:chgData name="shanibafirdouse shani" userId="d7fbb6f7c0addc7b" providerId="Windows Live" clId="Web-{8175A1A7-6DAF-14BE-F618-6E7FEBC28162}" dt="2026-07-14T12:47:59.576" v="463"/>
          <ac:spMkLst>
            <pc:docMk/>
            <pc:sldMk cId="3784275171" sldId="297"/>
            <ac:spMk id="4" creationId="{FFF72843-D4CF-B35D-7C29-7D13B60661A7}"/>
          </ac:spMkLst>
        </pc:spChg>
        <pc:spChg chg="del mod ord">
          <ac:chgData name="shanibafirdouse shani" userId="d7fbb6f7c0addc7b" providerId="Windows Live" clId="Web-{8175A1A7-6DAF-14BE-F618-6E7FEBC28162}" dt="2026-07-14T12:48:26.656" v="466"/>
          <ac:spMkLst>
            <pc:docMk/>
            <pc:sldMk cId="3784275171" sldId="297"/>
            <ac:spMk id="5" creationId="{E2CA7D76-ABC5-6B37-2CE3-39CD9EE35F7D}"/>
          </ac:spMkLst>
        </pc:spChg>
        <pc:spChg chg="add mod">
          <ac:chgData name="shanibafirdouse shani" userId="d7fbb6f7c0addc7b" providerId="Windows Live" clId="Web-{8175A1A7-6DAF-14BE-F618-6E7FEBC28162}" dt="2026-07-14T12:41:38.622" v="438" actId="1076"/>
          <ac:spMkLst>
            <pc:docMk/>
            <pc:sldMk cId="3784275171" sldId="297"/>
            <ac:spMk id="6" creationId="{07A09C44-FB2E-64BC-3619-714C81DD1589}"/>
          </ac:spMkLst>
        </pc:spChg>
        <pc:spChg chg="add mod">
          <ac:chgData name="shanibafirdouse shani" userId="d7fbb6f7c0addc7b" providerId="Windows Live" clId="Web-{8175A1A7-6DAF-14BE-F618-6E7FEBC28162}" dt="2026-07-14T12:43:57.097" v="449" actId="14100"/>
          <ac:spMkLst>
            <pc:docMk/>
            <pc:sldMk cId="3784275171" sldId="297"/>
            <ac:spMk id="7" creationId="{78C2AEA9-A2F5-9B51-EACF-C45475549388}"/>
          </ac:spMkLst>
        </pc:spChg>
        <pc:spChg chg="add mod">
          <ac:chgData name="shanibafirdouse shani" userId="d7fbb6f7c0addc7b" providerId="Windows Live" clId="Web-{8175A1A7-6DAF-14BE-F618-6E7FEBC28162}" dt="2026-07-14T12:50:53.693" v="481"/>
          <ac:spMkLst>
            <pc:docMk/>
            <pc:sldMk cId="3784275171" sldId="297"/>
            <ac:spMk id="8" creationId="{6EAA0E2F-1FD9-C7F3-7D45-EF0B5AB8117E}"/>
          </ac:spMkLst>
        </pc:spChg>
        <pc:graphicFrameChg chg="add del mod ord modGraphic">
          <ac:chgData name="shanibafirdouse shani" userId="d7fbb6f7c0addc7b" providerId="Windows Live" clId="Web-{8175A1A7-6DAF-14BE-F618-6E7FEBC28162}" dt="2026-07-14T12:45:45.508" v="462"/>
          <ac:graphicFrameMkLst>
            <pc:docMk/>
            <pc:sldMk cId="3784275171" sldId="297"/>
            <ac:graphicFrameMk id="9" creationId="{45F55DA9-571A-DEFB-9ABA-FEA0570C5BA9}"/>
          </ac:graphicFrameMkLst>
        </pc:graphicFrameChg>
        <pc:picChg chg="add mod ord">
          <ac:chgData name="shanibafirdouse shani" userId="d7fbb6f7c0addc7b" providerId="Windows Live" clId="Web-{8175A1A7-6DAF-14BE-F618-6E7FEBC28162}" dt="2026-07-14T12:47:59.576" v="463"/>
          <ac:picMkLst>
            <pc:docMk/>
            <pc:sldMk cId="3784275171" sldId="297"/>
            <ac:picMk id="16" creationId="{0B05AF50-80DA-C452-7B57-1C1879CBA10D}"/>
          </ac:picMkLst>
        </pc:picChg>
        <pc:picChg chg="add del mod">
          <ac:chgData name="shanibafirdouse shani" userId="d7fbb6f7c0addc7b" providerId="Windows Live" clId="Web-{8175A1A7-6DAF-14BE-F618-6E7FEBC28162}" dt="2026-07-14T12:48:34.828" v="468"/>
          <ac:picMkLst>
            <pc:docMk/>
            <pc:sldMk cId="3784275171" sldId="297"/>
            <ac:picMk id="18" creationId="{D7C03396-5496-D49F-F4EE-EE03AD9B72BA}"/>
          </ac:picMkLst>
        </pc:picChg>
        <pc:picChg chg="add mod">
          <ac:chgData name="shanibafirdouse shani" userId="d7fbb6f7c0addc7b" providerId="Windows Live" clId="Web-{8175A1A7-6DAF-14BE-F618-6E7FEBC28162}" dt="2026-07-14T12:48:59.563" v="471" actId="14100"/>
          <ac:picMkLst>
            <pc:docMk/>
            <pc:sldMk cId="3784275171" sldId="297"/>
            <ac:picMk id="19" creationId="{0695E070-1253-A407-D566-69F4340F759D}"/>
          </ac:picMkLst>
        </pc:picChg>
      </pc:sldChg>
      <pc:sldChg chg="addSp delSp modSp add replId">
        <pc:chgData name="shanibafirdouse shani" userId="d7fbb6f7c0addc7b" providerId="Windows Live" clId="Web-{8175A1A7-6DAF-14BE-F618-6E7FEBC28162}" dt="2026-07-14T12:54:22.796" v="487" actId="1076"/>
        <pc:sldMkLst>
          <pc:docMk/>
          <pc:sldMk cId="3450780662" sldId="298"/>
        </pc:sldMkLst>
        <pc:spChg chg="del">
          <ac:chgData name="shanibafirdouse shani" userId="d7fbb6f7c0addc7b" providerId="Windows Live" clId="Web-{8175A1A7-6DAF-14BE-F618-6E7FEBC28162}" dt="2026-07-14T12:54:00.061" v="483"/>
          <ac:spMkLst>
            <pc:docMk/>
            <pc:sldMk cId="3450780662" sldId="298"/>
            <ac:spMk id="4" creationId="{3967718A-2243-222C-44F0-55A82B137BCB}"/>
          </ac:spMkLst>
        </pc:spChg>
        <pc:spChg chg="del">
          <ac:chgData name="shanibafirdouse shani" userId="d7fbb6f7c0addc7b" providerId="Windows Live" clId="Web-{8175A1A7-6DAF-14BE-F618-6E7FEBC28162}" dt="2026-07-14T12:54:05.452" v="484"/>
          <ac:spMkLst>
            <pc:docMk/>
            <pc:sldMk cId="3450780662" sldId="298"/>
            <ac:spMk id="5" creationId="{7CAA3A3E-9C23-B1CE-7086-19560156108C}"/>
          </ac:spMkLst>
        </pc:spChg>
        <pc:spChg chg="mod">
          <ac:chgData name="shanibafirdouse shani" userId="d7fbb6f7c0addc7b" providerId="Windows Live" clId="Web-{8175A1A7-6DAF-14BE-F618-6E7FEBC28162}" dt="2026-07-14T12:51:02.975" v="482"/>
          <ac:spMkLst>
            <pc:docMk/>
            <pc:sldMk cId="3450780662" sldId="298"/>
            <ac:spMk id="8" creationId="{C72C3AE7-1B04-CB91-5434-5DC8D5294F56}"/>
          </ac:spMkLst>
        </pc:spChg>
        <pc:picChg chg="add mod ord">
          <ac:chgData name="shanibafirdouse shani" userId="d7fbb6f7c0addc7b" providerId="Windows Live" clId="Web-{8175A1A7-6DAF-14BE-F618-6E7FEBC28162}" dt="2026-07-14T12:54:08.921" v="485" actId="1076"/>
          <ac:picMkLst>
            <pc:docMk/>
            <pc:sldMk cId="3450780662" sldId="298"/>
            <ac:picMk id="2" creationId="{E3462F1B-0FCC-02FB-B7FE-080042253B87}"/>
          </ac:picMkLst>
        </pc:picChg>
        <pc:picChg chg="add mod">
          <ac:chgData name="shanibafirdouse shani" userId="d7fbb6f7c0addc7b" providerId="Windows Live" clId="Web-{8175A1A7-6DAF-14BE-F618-6E7FEBC28162}" dt="2026-07-14T12:54:22.796" v="487" actId="1076"/>
          <ac:picMkLst>
            <pc:docMk/>
            <pc:sldMk cId="3450780662" sldId="298"/>
            <ac:picMk id="3" creationId="{AFA60723-30A7-68C7-45B1-8517037D0144}"/>
          </ac:picMkLst>
        </pc:picChg>
      </pc:sldChg>
      <pc:sldChg chg="addSp delSp modSp add replId">
        <pc:chgData name="shanibafirdouse shani" userId="d7fbb6f7c0addc7b" providerId="Windows Live" clId="Web-{8175A1A7-6DAF-14BE-F618-6E7FEBC28162}" dt="2026-07-14T12:58:04.654" v="497" actId="1076"/>
        <pc:sldMkLst>
          <pc:docMk/>
          <pc:sldMk cId="583673443" sldId="299"/>
        </pc:sldMkLst>
        <pc:spChg chg="del">
          <ac:chgData name="shanibafirdouse shani" userId="d7fbb6f7c0addc7b" providerId="Windows Live" clId="Web-{8175A1A7-6DAF-14BE-F618-6E7FEBC28162}" dt="2026-07-14T12:57:49.482" v="494"/>
          <ac:spMkLst>
            <pc:docMk/>
            <pc:sldMk cId="583673443" sldId="299"/>
            <ac:spMk id="4" creationId="{A2AB3FA9-C899-C3C3-7DE0-2E2CD6316ECE}"/>
          </ac:spMkLst>
        </pc:spChg>
        <pc:spChg chg="del">
          <ac:chgData name="shanibafirdouse shani" userId="d7fbb6f7c0addc7b" providerId="Windows Live" clId="Web-{8175A1A7-6DAF-14BE-F618-6E7FEBC28162}" dt="2026-07-14T12:57:50.919" v="495"/>
          <ac:spMkLst>
            <pc:docMk/>
            <pc:sldMk cId="583673443" sldId="299"/>
            <ac:spMk id="5" creationId="{D41C9009-5DA4-3C54-0097-AC4EB536CB33}"/>
          </ac:spMkLst>
        </pc:spChg>
        <pc:spChg chg="mod">
          <ac:chgData name="shanibafirdouse shani" userId="d7fbb6f7c0addc7b" providerId="Windows Live" clId="Web-{8175A1A7-6DAF-14BE-F618-6E7FEBC28162}" dt="2026-07-14T12:57:37.653" v="493"/>
          <ac:spMkLst>
            <pc:docMk/>
            <pc:sldMk cId="583673443" sldId="299"/>
            <ac:spMk id="8" creationId="{5E406FAD-6778-CDE7-DB7B-FF4652B653D5}"/>
          </ac:spMkLst>
        </pc:spChg>
        <pc:picChg chg="add mod ord">
          <ac:chgData name="shanibafirdouse shani" userId="d7fbb6f7c0addc7b" providerId="Windows Live" clId="Web-{8175A1A7-6DAF-14BE-F618-6E7FEBC28162}" dt="2026-07-14T12:57:49.482" v="494"/>
          <ac:picMkLst>
            <pc:docMk/>
            <pc:sldMk cId="583673443" sldId="299"/>
            <ac:picMk id="2" creationId="{0CC59EF1-BE8E-DF67-49DA-9A29381FFD59}"/>
          </ac:picMkLst>
        </pc:picChg>
        <pc:picChg chg="add mod">
          <ac:chgData name="shanibafirdouse shani" userId="d7fbb6f7c0addc7b" providerId="Windows Live" clId="Web-{8175A1A7-6DAF-14BE-F618-6E7FEBC28162}" dt="2026-07-14T12:58:04.654" v="497" actId="1076"/>
          <ac:picMkLst>
            <pc:docMk/>
            <pc:sldMk cId="583673443" sldId="299"/>
            <ac:picMk id="3" creationId="{F66DF50F-FCAE-8544-30A4-4D4E1640EC02}"/>
          </ac:picMkLst>
        </pc:picChg>
      </pc:sldChg>
      <pc:sldChg chg="addSp delSp modSp add replId">
        <pc:chgData name="shanibafirdouse shani" userId="d7fbb6f7c0addc7b" providerId="Windows Live" clId="Web-{8175A1A7-6DAF-14BE-F618-6E7FEBC28162}" dt="2026-07-14T13:23:11.954" v="512"/>
        <pc:sldMkLst>
          <pc:docMk/>
          <pc:sldMk cId="2269021927" sldId="300"/>
        </pc:sldMkLst>
        <pc:spChg chg="del">
          <ac:chgData name="shanibafirdouse shani" userId="d7fbb6f7c0addc7b" providerId="Windows Live" clId="Web-{8175A1A7-6DAF-14BE-F618-6E7FEBC28162}" dt="2026-07-14T13:22:26.921" v="504"/>
          <ac:spMkLst>
            <pc:docMk/>
            <pc:sldMk cId="2269021927" sldId="300"/>
            <ac:spMk id="4" creationId="{FCC89361-1854-E85C-A7B4-5DC1315CC8D4}"/>
          </ac:spMkLst>
        </pc:spChg>
        <pc:spChg chg="del">
          <ac:chgData name="shanibafirdouse shani" userId="d7fbb6f7c0addc7b" providerId="Windows Live" clId="Web-{8175A1A7-6DAF-14BE-F618-6E7FEBC28162}" dt="2026-07-14T13:22:44.390" v="509"/>
          <ac:spMkLst>
            <pc:docMk/>
            <pc:sldMk cId="2269021927" sldId="300"/>
            <ac:spMk id="5" creationId="{88CD04D5-2E56-2508-99F9-33F634AD0A22}"/>
          </ac:spMkLst>
        </pc:spChg>
        <pc:spChg chg="mod">
          <ac:chgData name="shanibafirdouse shani" userId="d7fbb6f7c0addc7b" providerId="Windows Live" clId="Web-{8175A1A7-6DAF-14BE-F618-6E7FEBC28162}" dt="2026-07-14T13:23:11.954" v="512"/>
          <ac:spMkLst>
            <pc:docMk/>
            <pc:sldMk cId="2269021927" sldId="300"/>
            <ac:spMk id="8" creationId="{70C85D76-91E9-B3DB-085B-E2C36A7D8386}"/>
          </ac:spMkLst>
        </pc:spChg>
        <pc:picChg chg="add mod ord">
          <ac:chgData name="shanibafirdouse shani" userId="d7fbb6f7c0addc7b" providerId="Windows Live" clId="Web-{8175A1A7-6DAF-14BE-F618-6E7FEBC28162}" dt="2026-07-14T13:22:41.593" v="508" actId="1076"/>
          <ac:picMkLst>
            <pc:docMk/>
            <pc:sldMk cId="2269021927" sldId="300"/>
            <ac:picMk id="2" creationId="{FAD44C28-15F0-B1FA-2A88-4DFAF40A598C}"/>
          </ac:picMkLst>
        </pc:picChg>
        <pc:picChg chg="add mod">
          <ac:chgData name="shanibafirdouse shani" userId="d7fbb6f7c0addc7b" providerId="Windows Live" clId="Web-{8175A1A7-6DAF-14BE-F618-6E7FEBC28162}" dt="2026-07-14T13:23:00.813" v="511" actId="1076"/>
          <ac:picMkLst>
            <pc:docMk/>
            <pc:sldMk cId="2269021927" sldId="300"/>
            <ac:picMk id="3" creationId="{D79CF2CD-88B2-CB63-A759-B3F75136A59C}"/>
          </ac:picMkLst>
        </pc:picChg>
      </pc:sldChg>
      <pc:sldChg chg="addSp delSp modSp add replId">
        <pc:chgData name="shanibafirdouse shani" userId="d7fbb6f7c0addc7b" providerId="Windows Live" clId="Web-{8175A1A7-6DAF-14BE-F618-6E7FEBC28162}" dt="2026-07-14T13:24:53.536" v="522"/>
        <pc:sldMkLst>
          <pc:docMk/>
          <pc:sldMk cId="2274418750" sldId="301"/>
        </pc:sldMkLst>
        <pc:spChg chg="add mod">
          <ac:chgData name="shanibafirdouse shani" userId="d7fbb6f7c0addc7b" providerId="Windows Live" clId="Web-{8175A1A7-6DAF-14BE-F618-6E7FEBC28162}" dt="2026-07-14T13:24:44.067" v="521"/>
          <ac:spMkLst>
            <pc:docMk/>
            <pc:sldMk cId="2274418750" sldId="301"/>
            <ac:spMk id="5" creationId="{74F86581-F14B-5926-55CF-48B673EDD889}"/>
          </ac:spMkLst>
        </pc:spChg>
        <pc:spChg chg="mod">
          <ac:chgData name="shanibafirdouse shani" userId="d7fbb6f7c0addc7b" providerId="Windows Live" clId="Web-{8175A1A7-6DAF-14BE-F618-6E7FEBC28162}" dt="2026-07-14T13:24:41.770" v="520" actId="20577"/>
          <ac:spMkLst>
            <pc:docMk/>
            <pc:sldMk cId="2274418750" sldId="301"/>
            <ac:spMk id="8" creationId="{908D4A25-B444-E60A-FB70-4CCB82ADA01C}"/>
          </ac:spMkLst>
        </pc:spChg>
        <pc:picChg chg="del">
          <ac:chgData name="shanibafirdouse shani" userId="d7fbb6f7c0addc7b" providerId="Windows Live" clId="Web-{8175A1A7-6DAF-14BE-F618-6E7FEBC28162}" dt="2026-07-14T13:24:44.067" v="521"/>
          <ac:picMkLst>
            <pc:docMk/>
            <pc:sldMk cId="2274418750" sldId="301"/>
            <ac:picMk id="2" creationId="{DDC7EB68-BD69-E66B-CA96-92FAC6A160EA}"/>
          </ac:picMkLst>
        </pc:picChg>
        <pc:picChg chg="del">
          <ac:chgData name="shanibafirdouse shani" userId="d7fbb6f7c0addc7b" providerId="Windows Live" clId="Web-{8175A1A7-6DAF-14BE-F618-6E7FEBC28162}" dt="2026-07-14T13:24:53.536" v="522"/>
          <ac:picMkLst>
            <pc:docMk/>
            <pc:sldMk cId="2274418750" sldId="301"/>
            <ac:picMk id="3" creationId="{8D7F2A10-982E-55FE-9E92-D52D8F06A58F}"/>
          </ac:picMkLst>
        </pc:picChg>
      </pc:sldChg>
      <pc:sldChg chg="add replId">
        <pc:chgData name="shanibafirdouse shani" userId="d7fbb6f7c0addc7b" providerId="Windows Live" clId="Web-{8175A1A7-6DAF-14BE-F618-6E7FEBC28162}" dt="2026-07-14T13:23:20.939" v="514"/>
        <pc:sldMkLst>
          <pc:docMk/>
          <pc:sldMk cId="2072603083" sldId="302"/>
        </pc:sldMkLst>
      </pc:sldChg>
      <pc:sldChg chg="add replId">
        <pc:chgData name="shanibafirdouse shani" userId="d7fbb6f7c0addc7b" providerId="Windows Live" clId="Web-{8175A1A7-6DAF-14BE-F618-6E7FEBC28162}" dt="2026-07-14T13:23:22.658" v="515"/>
        <pc:sldMkLst>
          <pc:docMk/>
          <pc:sldMk cId="3862237475" sldId="303"/>
        </pc:sldMkLst>
      </pc:sldChg>
      <pc:sldChg chg="add replId">
        <pc:chgData name="shanibafirdouse shani" userId="d7fbb6f7c0addc7b" providerId="Windows Live" clId="Web-{8175A1A7-6DAF-14BE-F618-6E7FEBC28162}" dt="2026-07-14T13:23:23.689" v="516"/>
        <pc:sldMkLst>
          <pc:docMk/>
          <pc:sldMk cId="2707240277" sldId="304"/>
        </pc:sldMkLst>
      </pc:sldChg>
      <pc:sldMasterChg chg="add del addSldLayout delSldLayout">
        <pc:chgData name="shanibafirdouse shani" userId="d7fbb6f7c0addc7b" providerId="Windows Live" clId="Web-{8175A1A7-6DAF-14BE-F618-6E7FEBC28162}" dt="2026-07-14T12:40:05.383" v="426"/>
        <pc:sldMasterMkLst>
          <pc:docMk/>
          <pc:sldMasterMk cId="1327670427" sldId="2147483660"/>
        </pc:sldMasterMkLst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350674107" sldId="2147483662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3301549117" sldId="2147483665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1488984350" sldId="2147483672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700917186" sldId="2147483676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830241239" sldId="2147483678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3149728844" sldId="2147483682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1432422470" sldId="2147483685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3353367294" sldId="2147483686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3325429414" sldId="2147483688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2050394688" sldId="2147483692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1789328874" sldId="2147483693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1850473738" sldId="2147483695"/>
          </pc:sldLayoutMkLst>
        </pc:sldLayoutChg>
        <pc:sldLayoutChg chg="add del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1327670427" sldId="2147483660"/>
            <pc:sldLayoutMk cId="2777647051" sldId="2147483696"/>
          </pc:sldLayoutMkLst>
        </pc:sldLayoutChg>
      </pc:sldMasterChg>
      <pc:sldMasterChg chg="add del addSldLayout delSldLayout modSldLayout">
        <pc:chgData name="shanibafirdouse shani" userId="d7fbb6f7c0addc7b" providerId="Windows Live" clId="Web-{8175A1A7-6DAF-14BE-F618-6E7FEBC28162}" dt="2026-07-14T12:39:48.789" v="424"/>
        <pc:sldMasterMkLst>
          <pc:docMk/>
          <pc:sldMasterMk cId="1953341310" sldId="2147483697"/>
        </pc:sldMasterMkLst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750365087" sldId="2147483698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284741092" sldId="2147483699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111874014" sldId="2147483700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485036295" sldId="2147483701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4005932661" sldId="2147483702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3256607288" sldId="2147483703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456162675" sldId="2147483704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451880098" sldId="2147483705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3209991899" sldId="2147483706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4263435764" sldId="2147483707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388846102" sldId="2147483708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84671804" sldId="2147483709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690225355" sldId="2147483710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502374143" sldId="2147483711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119938480" sldId="2147483712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3075977876" sldId="2147483713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810468557" sldId="2147483714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252907583" sldId="2147483715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58747825" sldId="2147483716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1914243390" sldId="2147483717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39:48.789" v="424"/>
          <pc:sldLayoutMkLst>
            <pc:docMk/>
            <pc:sldMasterMk cId="1953341310" sldId="2147483697"/>
            <pc:sldLayoutMk cId="2437326511" sldId="2147483718"/>
          </pc:sldLayoutMkLst>
        </pc:sldLayoutChg>
      </pc:sldMasterChg>
      <pc:sldMasterChg chg="add del addSldLayout delSldLayout modSldLayout">
        <pc:chgData name="shanibafirdouse shani" userId="d7fbb6f7c0addc7b" providerId="Windows Live" clId="Web-{8175A1A7-6DAF-14BE-F618-6E7FEBC28162}" dt="2026-07-14T12:40:05.383" v="426"/>
        <pc:sldMasterMkLst>
          <pc:docMk/>
          <pc:sldMasterMk cId="2796148038" sldId="2147483697"/>
        </pc:sldMasterMkLst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594813243" sldId="2147483698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1573551521" sldId="2147483699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249410741" sldId="2147483700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894183407" sldId="2147483701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72255921" sldId="2147483702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4167069931" sldId="2147483703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4189897692" sldId="2147483704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189465679" sldId="2147483705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549732873" sldId="2147483706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445376254" sldId="2147483707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906037467" sldId="2147483708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1704240527" sldId="2147483709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081605778" sldId="2147483710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271141216" sldId="2147483711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031455987" sldId="2147483712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528842530" sldId="2147483713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325535671" sldId="2147483714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4200660790" sldId="2147483715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1521588496" sldId="2147483716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2323322275" sldId="2147483717"/>
          </pc:sldLayoutMkLst>
        </pc:sldLayoutChg>
        <pc:sldLayoutChg chg="add del mod replId">
          <pc:chgData name="shanibafirdouse shani" userId="d7fbb6f7c0addc7b" providerId="Windows Live" clId="Web-{8175A1A7-6DAF-14BE-F618-6E7FEBC28162}" dt="2026-07-14T12:40:05.383" v="426"/>
          <pc:sldLayoutMkLst>
            <pc:docMk/>
            <pc:sldMasterMk cId="2796148038" sldId="2147483697"/>
            <pc:sldLayoutMk cId="1955343828" sldId="2147483718"/>
          </pc:sldLayoutMkLst>
        </pc:sldLayoutChg>
      </pc:sldMasterChg>
    </pc:docChg>
  </pc:docChgLst>
  <pc:docChgLst>
    <pc:chgData name="shanibafirdouse shani" userId="d7fbb6f7c0addc7b" providerId="Windows Live" clId="Web-{144BA50D-9675-1939-3A7C-1AB54E53B313}"/>
    <pc:docChg chg="addSld modSld">
      <pc:chgData name="shanibafirdouse shani" userId="d7fbb6f7c0addc7b" providerId="Windows Live" clId="Web-{144BA50D-9675-1939-3A7C-1AB54E53B313}" dt="2026-07-15T06:07:25.672" v="89" actId="14100"/>
      <pc:docMkLst>
        <pc:docMk/>
      </pc:docMkLst>
      <pc:sldChg chg="modSp">
        <pc:chgData name="shanibafirdouse shani" userId="d7fbb6f7c0addc7b" providerId="Windows Live" clId="Web-{144BA50D-9675-1939-3A7C-1AB54E53B313}" dt="2026-07-14T13:48:22.332" v="1" actId="14100"/>
        <pc:sldMkLst>
          <pc:docMk/>
          <pc:sldMk cId="570957648" sldId="284"/>
        </pc:sldMkLst>
        <pc:picChg chg="mod">
          <ac:chgData name="shanibafirdouse shani" userId="d7fbb6f7c0addc7b" providerId="Windows Live" clId="Web-{144BA50D-9675-1939-3A7C-1AB54E53B313}" dt="2026-07-14T13:48:22.332" v="1" actId="14100"/>
          <ac:picMkLst>
            <pc:docMk/>
            <pc:sldMk cId="570957648" sldId="284"/>
            <ac:picMk id="13" creationId="{15ED1B4A-77A2-7885-EBA2-19E782563B40}"/>
          </ac:picMkLst>
        </pc:picChg>
      </pc:sldChg>
      <pc:sldChg chg="addSp delSp modSp">
        <pc:chgData name="shanibafirdouse shani" userId="d7fbb6f7c0addc7b" providerId="Windows Live" clId="Web-{144BA50D-9675-1939-3A7C-1AB54E53B313}" dt="2026-07-14T13:50:00.054" v="4" actId="1076"/>
        <pc:sldMkLst>
          <pc:docMk/>
          <pc:sldMk cId="2274418750" sldId="301"/>
        </pc:sldMkLst>
        <pc:spChg chg="del">
          <ac:chgData name="shanibafirdouse shani" userId="d7fbb6f7c0addc7b" providerId="Windows Live" clId="Web-{144BA50D-9675-1939-3A7C-1AB54E53B313}" dt="2026-07-14T13:48:45.239" v="2"/>
          <ac:spMkLst>
            <pc:docMk/>
            <pc:sldMk cId="2274418750" sldId="301"/>
            <ac:spMk id="5" creationId="{74F86581-F14B-5926-55CF-48B673EDD889}"/>
          </ac:spMkLst>
        </pc:spChg>
        <pc:picChg chg="add mod ord">
          <ac:chgData name="shanibafirdouse shani" userId="d7fbb6f7c0addc7b" providerId="Windows Live" clId="Web-{144BA50D-9675-1939-3A7C-1AB54E53B313}" dt="2026-07-14T13:48:45.239" v="2"/>
          <ac:picMkLst>
            <pc:docMk/>
            <pc:sldMk cId="2274418750" sldId="301"/>
            <ac:picMk id="2" creationId="{5A03A705-834C-8A07-8B6E-1FA13AF72522}"/>
          </ac:picMkLst>
        </pc:picChg>
        <pc:picChg chg="add mod">
          <ac:chgData name="shanibafirdouse shani" userId="d7fbb6f7c0addc7b" providerId="Windows Live" clId="Web-{144BA50D-9675-1939-3A7C-1AB54E53B313}" dt="2026-07-14T13:50:00.054" v="4" actId="1076"/>
          <ac:picMkLst>
            <pc:docMk/>
            <pc:sldMk cId="2274418750" sldId="301"/>
            <ac:picMk id="3" creationId="{22EC918E-9BED-10CF-3811-2163A4D25920}"/>
          </ac:picMkLst>
        </pc:picChg>
      </pc:sldChg>
      <pc:sldChg chg="addSp delSp modSp">
        <pc:chgData name="shanibafirdouse shani" userId="d7fbb6f7c0addc7b" providerId="Windows Live" clId="Web-{144BA50D-9675-1939-3A7C-1AB54E53B313}" dt="2026-07-14T13:52:01.745" v="16" actId="14100"/>
        <pc:sldMkLst>
          <pc:docMk/>
          <pc:sldMk cId="2072603083" sldId="302"/>
        </pc:sldMkLst>
        <pc:spChg chg="add del mod">
          <ac:chgData name="shanibafirdouse shani" userId="d7fbb6f7c0addc7b" providerId="Windows Live" clId="Web-{144BA50D-9675-1939-3A7C-1AB54E53B313}" dt="2026-07-14T13:51:35.463" v="12"/>
          <ac:spMkLst>
            <pc:docMk/>
            <pc:sldMk cId="2072603083" sldId="302"/>
            <ac:spMk id="5" creationId="{2BC09603-DE86-AD50-41B5-60406F08BF07}"/>
          </ac:spMkLst>
        </pc:spChg>
        <pc:spChg chg="mod">
          <ac:chgData name="shanibafirdouse shani" userId="d7fbb6f7c0addc7b" providerId="Windows Live" clId="Web-{144BA50D-9675-1939-3A7C-1AB54E53B313}" dt="2026-07-14T13:51:25.369" v="10" actId="20577"/>
          <ac:spMkLst>
            <pc:docMk/>
            <pc:sldMk cId="2072603083" sldId="302"/>
            <ac:spMk id="8" creationId="{E6C5B7C5-6C9E-DDD3-887A-45667C4C43C1}"/>
          </ac:spMkLst>
        </pc:spChg>
        <pc:picChg chg="del">
          <ac:chgData name="shanibafirdouse shani" userId="d7fbb6f7c0addc7b" providerId="Windows Live" clId="Web-{144BA50D-9675-1939-3A7C-1AB54E53B313}" dt="2026-07-14T13:51:26.291" v="11"/>
          <ac:picMkLst>
            <pc:docMk/>
            <pc:sldMk cId="2072603083" sldId="302"/>
            <ac:picMk id="2" creationId="{1CD26811-6E0A-32FE-2EB8-5C4CE374ECA3}"/>
          </ac:picMkLst>
        </pc:picChg>
        <pc:picChg chg="mod">
          <ac:chgData name="shanibafirdouse shani" userId="d7fbb6f7c0addc7b" providerId="Windows Live" clId="Web-{144BA50D-9675-1939-3A7C-1AB54E53B313}" dt="2026-07-14T13:52:01.745" v="16" actId="14100"/>
          <ac:picMkLst>
            <pc:docMk/>
            <pc:sldMk cId="2072603083" sldId="302"/>
            <ac:picMk id="3" creationId="{75B9D931-F67C-8763-6C1B-7997B8FB466B}"/>
          </ac:picMkLst>
        </pc:picChg>
        <pc:picChg chg="add mod ord">
          <ac:chgData name="shanibafirdouse shani" userId="d7fbb6f7c0addc7b" providerId="Windows Live" clId="Web-{144BA50D-9675-1939-3A7C-1AB54E53B313}" dt="2026-07-14T13:51:56.058" v="14" actId="14100"/>
          <ac:picMkLst>
            <pc:docMk/>
            <pc:sldMk cId="2072603083" sldId="302"/>
            <ac:picMk id="9" creationId="{F0C37C21-6D35-97EE-EC31-2F53611C5395}"/>
          </ac:picMkLst>
        </pc:picChg>
      </pc:sldChg>
      <pc:sldChg chg="addSp delSp modSp">
        <pc:chgData name="shanibafirdouse shani" userId="d7fbb6f7c0addc7b" providerId="Windows Live" clId="Web-{144BA50D-9675-1939-3A7C-1AB54E53B313}" dt="2026-07-15T06:07:25.672" v="89" actId="14100"/>
        <pc:sldMkLst>
          <pc:docMk/>
          <pc:sldMk cId="3862237475" sldId="303"/>
        </pc:sldMkLst>
        <pc:spChg chg="add del mod">
          <ac:chgData name="shanibafirdouse shani" userId="d7fbb6f7c0addc7b" providerId="Windows Live" clId="Web-{144BA50D-9675-1939-3A7C-1AB54E53B313}" dt="2026-07-14T13:52:45.700" v="24"/>
          <ac:spMkLst>
            <pc:docMk/>
            <pc:sldMk cId="3862237475" sldId="303"/>
            <ac:spMk id="5" creationId="{0D6F8C92-A241-AB21-F490-1EB8628B112A}"/>
          </ac:spMkLst>
        </pc:spChg>
        <pc:spChg chg="mod">
          <ac:chgData name="shanibafirdouse shani" userId="d7fbb6f7c0addc7b" providerId="Windows Live" clId="Web-{144BA50D-9675-1939-3A7C-1AB54E53B313}" dt="2026-07-15T06:07:25.672" v="89" actId="14100"/>
          <ac:spMkLst>
            <pc:docMk/>
            <pc:sldMk cId="3862237475" sldId="303"/>
            <ac:spMk id="8" creationId="{794F6402-DDAF-4AA2-9EAE-A32F492AC4F1}"/>
          </ac:spMkLst>
        </pc:spChg>
        <pc:picChg chg="del">
          <ac:chgData name="shanibafirdouse shani" userId="d7fbb6f7c0addc7b" providerId="Windows Live" clId="Web-{144BA50D-9675-1939-3A7C-1AB54E53B313}" dt="2026-07-14T13:52:37.481" v="23"/>
          <ac:picMkLst>
            <pc:docMk/>
            <pc:sldMk cId="3862237475" sldId="303"/>
            <ac:picMk id="2" creationId="{29A5695F-CDC3-864B-D2E7-1132B3627978}"/>
          </ac:picMkLst>
        </pc:picChg>
        <pc:picChg chg="mod">
          <ac:chgData name="shanibafirdouse shani" userId="d7fbb6f7c0addc7b" providerId="Windows Live" clId="Web-{144BA50D-9675-1939-3A7C-1AB54E53B313}" dt="2026-07-14T13:53:13.451" v="28"/>
          <ac:picMkLst>
            <pc:docMk/>
            <pc:sldMk cId="3862237475" sldId="303"/>
            <ac:picMk id="3" creationId="{779756BB-DBEB-8FF0-58BC-DA1CF7ED07EE}"/>
          </ac:picMkLst>
        </pc:picChg>
        <pc:picChg chg="add mod ord modCrop">
          <ac:chgData name="shanibafirdouse shani" userId="d7fbb6f7c0addc7b" providerId="Windows Live" clId="Web-{144BA50D-9675-1939-3A7C-1AB54E53B313}" dt="2026-07-14T13:53:45.967" v="36" actId="14100"/>
          <ac:picMkLst>
            <pc:docMk/>
            <pc:sldMk cId="3862237475" sldId="303"/>
            <ac:picMk id="9" creationId="{7EDC8FCB-4421-50B9-303C-E1B8CDFD7753}"/>
          </ac:picMkLst>
        </pc:picChg>
      </pc:sldChg>
      <pc:sldChg chg="modSp">
        <pc:chgData name="shanibafirdouse shani" userId="d7fbb6f7c0addc7b" providerId="Windows Live" clId="Web-{144BA50D-9675-1939-3A7C-1AB54E53B313}" dt="2026-07-15T06:07:17.687" v="88" actId="1076"/>
        <pc:sldMkLst>
          <pc:docMk/>
          <pc:sldMk cId="2707240277" sldId="304"/>
        </pc:sldMkLst>
        <pc:spChg chg="mod">
          <ac:chgData name="shanibafirdouse shani" userId="d7fbb6f7c0addc7b" providerId="Windows Live" clId="Web-{144BA50D-9675-1939-3A7C-1AB54E53B313}" dt="2026-07-15T06:07:17.687" v="88" actId="1076"/>
          <ac:spMkLst>
            <pc:docMk/>
            <pc:sldMk cId="2707240277" sldId="304"/>
            <ac:spMk id="8" creationId="{073079B6-7316-72DC-2633-448AEFF073C1}"/>
          </ac:spMkLst>
        </pc:spChg>
        <pc:picChg chg="mod">
          <ac:chgData name="shanibafirdouse shani" userId="d7fbb6f7c0addc7b" providerId="Windows Live" clId="Web-{144BA50D-9675-1939-3A7C-1AB54E53B313}" dt="2026-07-14T13:54:52.485" v="47" actId="14100"/>
          <ac:picMkLst>
            <pc:docMk/>
            <pc:sldMk cId="2707240277" sldId="304"/>
            <ac:picMk id="2" creationId="{D345673E-8086-60DD-AA27-DDF2D4706C62}"/>
          </ac:picMkLst>
        </pc:picChg>
        <pc:picChg chg="mod">
          <ac:chgData name="shanibafirdouse shani" userId="d7fbb6f7c0addc7b" providerId="Windows Live" clId="Web-{144BA50D-9675-1939-3A7C-1AB54E53B313}" dt="2026-07-14T13:54:45.797" v="46"/>
          <ac:picMkLst>
            <pc:docMk/>
            <pc:sldMk cId="2707240277" sldId="304"/>
            <ac:picMk id="3" creationId="{EF3B036F-7A0C-4A9D-3546-CEA0B703536B}"/>
          </ac:picMkLst>
        </pc:picChg>
      </pc:sldChg>
      <pc:sldChg chg="modSp add">
        <pc:chgData name="shanibafirdouse shani" userId="d7fbb6f7c0addc7b" providerId="Windows Live" clId="Web-{144BA50D-9675-1939-3A7C-1AB54E53B313}" dt="2026-07-15T06:06:45.983" v="85" actId="1076"/>
        <pc:sldMkLst>
          <pc:docMk/>
          <pc:sldMk cId="1136779216" sldId="305"/>
        </pc:sldMkLst>
        <pc:spChg chg="mod">
          <ac:chgData name="shanibafirdouse shani" userId="d7fbb6f7c0addc7b" providerId="Windows Live" clId="Web-{144BA50D-9675-1939-3A7C-1AB54E53B313}" dt="2026-07-15T06:06:45.983" v="85" actId="1076"/>
          <ac:spMkLst>
            <pc:docMk/>
            <pc:sldMk cId="1136779216" sldId="305"/>
            <ac:spMk id="8" creationId="{073079B6-7316-72DC-2633-448AEFF073C1}"/>
          </ac:spMkLst>
        </pc:spChg>
        <pc:picChg chg="mod">
          <ac:chgData name="shanibafirdouse shani" userId="d7fbb6f7c0addc7b" providerId="Windows Live" clId="Web-{144BA50D-9675-1939-3A7C-1AB54E53B313}" dt="2026-07-14T13:55:59.956" v="61" actId="1076"/>
          <ac:picMkLst>
            <pc:docMk/>
            <pc:sldMk cId="1136779216" sldId="305"/>
            <ac:picMk id="2" creationId="{D345673E-8086-60DD-AA27-DDF2D4706C62}"/>
          </ac:picMkLst>
        </pc:picChg>
        <pc:picChg chg="mod">
          <ac:chgData name="shanibafirdouse shani" userId="d7fbb6f7c0addc7b" providerId="Windows Live" clId="Web-{144BA50D-9675-1939-3A7C-1AB54E53B313}" dt="2026-07-14T13:56:14.519" v="64" actId="14100"/>
          <ac:picMkLst>
            <pc:docMk/>
            <pc:sldMk cId="1136779216" sldId="305"/>
            <ac:picMk id="3" creationId="{EF3B036F-7A0C-4A9D-3546-CEA0B703536B}"/>
          </ac:picMkLst>
        </pc:picChg>
      </pc:sldChg>
      <pc:sldChg chg="modSp add">
        <pc:chgData name="shanibafirdouse shani" userId="d7fbb6f7c0addc7b" providerId="Windows Live" clId="Web-{144BA50D-9675-1939-3A7C-1AB54E53B313}" dt="2026-07-15T06:06:56.202" v="86" actId="1076"/>
        <pc:sldMkLst>
          <pc:docMk/>
          <pc:sldMk cId="1057215750" sldId="306"/>
        </pc:sldMkLst>
        <pc:spChg chg="mod">
          <ac:chgData name="shanibafirdouse shani" userId="d7fbb6f7c0addc7b" providerId="Windows Live" clId="Web-{144BA50D-9675-1939-3A7C-1AB54E53B313}" dt="2026-07-15T06:06:56.202" v="86" actId="1076"/>
          <ac:spMkLst>
            <pc:docMk/>
            <pc:sldMk cId="1057215750" sldId="306"/>
            <ac:spMk id="8" creationId="{073079B6-7316-72DC-2633-448AEFF073C1}"/>
          </ac:spMkLst>
        </pc:spChg>
        <pc:picChg chg="mod">
          <ac:chgData name="shanibafirdouse shani" userId="d7fbb6f7c0addc7b" providerId="Windows Live" clId="Web-{144BA50D-9675-1939-3A7C-1AB54E53B313}" dt="2026-07-14T13:57:43.490" v="81" actId="14100"/>
          <ac:picMkLst>
            <pc:docMk/>
            <pc:sldMk cId="1057215750" sldId="306"/>
            <ac:picMk id="2" creationId="{D345673E-8086-60DD-AA27-DDF2D4706C62}"/>
          </ac:picMkLst>
        </pc:picChg>
        <pc:picChg chg="mod">
          <ac:chgData name="shanibafirdouse shani" userId="d7fbb6f7c0addc7b" providerId="Windows Live" clId="Web-{144BA50D-9675-1939-3A7C-1AB54E53B313}" dt="2026-07-14T13:57:37.178" v="79" actId="14100"/>
          <ac:picMkLst>
            <pc:docMk/>
            <pc:sldMk cId="1057215750" sldId="306"/>
            <ac:picMk id="3" creationId="{EF3B036F-7A0C-4A9D-3546-CEA0B703536B}"/>
          </ac:picMkLst>
        </pc:picChg>
      </pc:sldChg>
    </pc:docChg>
  </pc:docChgLst>
  <pc:docChgLst>
    <pc:chgData name="shanibafirdouse shani" userId="d7fbb6f7c0addc7b" providerId="Windows Live" clId="Web-{1AA42B23-91F0-4B56-2B0E-0344059CD16E}"/>
    <pc:docChg chg="addSld delSld modSld">
      <pc:chgData name="shanibafirdouse shani" userId="d7fbb6f7c0addc7b" providerId="Windows Live" clId="Web-{1AA42B23-91F0-4B56-2B0E-0344059CD16E}" dt="2026-07-05T20:11:56.745" v="64"/>
      <pc:docMkLst>
        <pc:docMk/>
      </pc:docMkLst>
      <pc:sldChg chg="addSp delSp modSp">
        <pc:chgData name="shanibafirdouse shani" userId="d7fbb6f7c0addc7b" providerId="Windows Live" clId="Web-{1AA42B23-91F0-4B56-2B0E-0344059CD16E}" dt="2026-07-05T20:01:33.012" v="62" actId="20577"/>
        <pc:sldMkLst>
          <pc:docMk/>
          <pc:sldMk cId="3388139804" sldId="261"/>
        </pc:sldMkLst>
        <pc:spChg chg="mod">
          <ac:chgData name="shanibafirdouse shani" userId="d7fbb6f7c0addc7b" providerId="Windows Live" clId="Web-{1AA42B23-91F0-4B56-2B0E-0344059CD16E}" dt="2026-07-05T19:58:40.959" v="36" actId="14100"/>
          <ac:spMkLst>
            <pc:docMk/>
            <pc:sldMk cId="3388139804" sldId="261"/>
            <ac:spMk id="2" creationId="{00000000-0000-0000-0000-000000000000}"/>
          </ac:spMkLst>
        </pc:spChg>
        <pc:spChg chg="mod">
          <ac:chgData name="shanibafirdouse shani" userId="d7fbb6f7c0addc7b" providerId="Windows Live" clId="Web-{1AA42B23-91F0-4B56-2B0E-0344059CD16E}" dt="2026-07-05T20:01:33.012" v="62" actId="20577"/>
          <ac:spMkLst>
            <pc:docMk/>
            <pc:sldMk cId="3388139804" sldId="261"/>
            <ac:spMk id="3" creationId="{00000000-0000-0000-0000-000000000000}"/>
          </ac:spMkLst>
        </pc:spChg>
        <pc:spChg chg="mod">
          <ac:chgData name="shanibafirdouse shani" userId="d7fbb6f7c0addc7b" providerId="Windows Live" clId="Web-{1AA42B23-91F0-4B56-2B0E-0344059CD16E}" dt="2026-07-05T19:50:16.563" v="18" actId="20577"/>
          <ac:spMkLst>
            <pc:docMk/>
            <pc:sldMk cId="3388139804" sldId="261"/>
            <ac:spMk id="4" creationId="{F621D1C7-0250-310E-600C-FA985A7F7C73}"/>
          </ac:spMkLst>
        </pc:spChg>
        <pc:picChg chg="add mod ord">
          <ac:chgData name="shanibafirdouse shani" userId="d7fbb6f7c0addc7b" providerId="Windows Live" clId="Web-{1AA42B23-91F0-4B56-2B0E-0344059CD16E}" dt="2026-07-05T19:57:01.252" v="21"/>
          <ac:picMkLst>
            <pc:docMk/>
            <pc:sldMk cId="3388139804" sldId="261"/>
            <ac:picMk id="5" creationId="{0F31947B-0403-467A-3495-122CFA121119}"/>
          </ac:picMkLst>
        </pc:picChg>
      </pc:sldChg>
      <pc:sldChg chg="add replId">
        <pc:chgData name="shanibafirdouse shani" userId="d7fbb6f7c0addc7b" providerId="Windows Live" clId="Web-{1AA42B23-91F0-4B56-2B0E-0344059CD16E}" dt="2026-07-05T20:11:56.745" v="64"/>
        <pc:sldMkLst>
          <pc:docMk/>
          <pc:sldMk cId="3462361383" sldId="287"/>
        </pc:sldMkLst>
      </pc:sldChg>
    </pc:docChg>
  </pc:docChgLst>
  <pc:docChgLst>
    <pc:chgData clId="Web-{8175A1A7-6DAF-14BE-F618-6E7FEBC28162}"/>
    <pc:docChg chg="delSld">
      <pc:chgData name="" userId="" providerId="" clId="Web-{8175A1A7-6DAF-14BE-F618-6E7FEBC28162}" dt="2026-07-11T13:05:21.218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7/14/2026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7/14/2026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Atliq</a:t>
            </a:r>
            <a:r>
              <a:rPr lang="en-US" dirty="0">
                <a:latin typeface="Calibri"/>
                <a:ea typeface="Calibri"/>
                <a:cs typeface="Calibri"/>
              </a:rPr>
              <a:t> Hardware Business Insights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 Light"/>
                <a:ea typeface="Calibri Light"/>
                <a:cs typeface="Calibri Light"/>
              </a:rPr>
              <a:t>Shaniba</a:t>
            </a:r>
            <a:r>
              <a:rPr lang="en-US" dirty="0">
                <a:latin typeface="Calibri Light"/>
                <a:ea typeface="Calibri Light"/>
                <a:cs typeface="Calibri Light"/>
              </a:rPr>
              <a:t> </a:t>
            </a:r>
            <a:r>
              <a:rPr lang="en-US" dirty="0" err="1">
                <a:latin typeface="Calibri Light"/>
                <a:ea typeface="Calibri Light"/>
                <a:cs typeface="Calibri Light"/>
              </a:rPr>
              <a:t>Firdouse</a:t>
            </a:r>
            <a:endParaRPr lang="en-US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F12F65-CFBF-E39D-F16A-E9561BC2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943" y="765665"/>
            <a:ext cx="4914900" cy="1447800"/>
          </a:xfrm>
        </p:spPr>
        <p:txBody>
          <a:bodyPr/>
          <a:lstStyle/>
          <a:p>
            <a:r>
              <a:rPr lang="en-US" sz="4000" b="1" i="0" u="none" strike="noStrike" baseline="0">
                <a:solidFill>
                  <a:srgbClr val="262626"/>
                </a:solidFill>
                <a:latin typeface="Calibri"/>
              </a:rPr>
              <a:t>Introduction</a:t>
            </a:r>
            <a:r>
              <a:rPr lang="en-US" sz="4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825F97-272C-5FC6-E139-FE41DAE3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56" y="2391610"/>
            <a:ext cx="5146706" cy="34728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000" dirty="0" err="1"/>
              <a:t>AtliQ</a:t>
            </a:r>
            <a:r>
              <a:rPr lang="en-US" sz="2000" dirty="0"/>
              <a:t> </a:t>
            </a:r>
            <a:r>
              <a:rPr lang="en-US" sz="2000" dirty="0" err="1"/>
              <a:t>Hardwares</a:t>
            </a:r>
            <a:r>
              <a:rPr lang="en-US" sz="2000" dirty="0"/>
              <a:t> is a leading </a:t>
            </a:r>
            <a:r>
              <a:rPr lang="en-US" sz="2000" dirty="0" err="1"/>
              <a:t>computerhardware</a:t>
            </a:r>
            <a:r>
              <a:rPr lang="en-US" sz="2000" dirty="0"/>
              <a:t> manufacturer in India, with a </a:t>
            </a:r>
            <a:r>
              <a:rPr lang="en-US" sz="2000" dirty="0" err="1"/>
              <a:t>strongand</a:t>
            </a:r>
            <a:r>
              <a:rPr lang="en-US" sz="2000" dirty="0"/>
              <a:t> growing presence in multiple </a:t>
            </a:r>
            <a:r>
              <a:rPr lang="en-US" sz="2000" dirty="0" err="1"/>
              <a:t>internation</a:t>
            </a:r>
            <a:r>
              <a:rPr lang="en-US" dirty="0" err="1"/>
              <a:t>a</a:t>
            </a:r>
            <a:r>
              <a:rPr lang="en-US" sz="2000" dirty="0" err="1"/>
              <a:t>lmarkets</a:t>
            </a:r>
            <a:r>
              <a:rPr lang="en-US" sz="2000" dirty="0"/>
              <a:t>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en-US" sz="2000" dirty="0"/>
              <a:t>The company specializes in producing high-quality hardware products and has </a:t>
            </a:r>
            <a:r>
              <a:rPr lang="en-US" sz="2000"/>
              <a:t>been expanding</a:t>
            </a:r>
            <a:r>
              <a:rPr lang="en-US" sz="2000" dirty="0"/>
              <a:t> rapidly across the APAC region.</a:t>
            </a: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7768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rgbClr val="262626"/>
                </a:solidFill>
                <a:latin typeface="Arial"/>
                <a:ea typeface="Calibri"/>
                <a:cs typeface="Arial"/>
              </a:rPr>
              <a:t>Provide the list of markets in which customer "Atliq Exclusive" operates its business in the APAC region.</a:t>
            </a:r>
            <a:endParaRPr lang="en-US" sz="2400">
              <a:latin typeface="Arial"/>
              <a:ea typeface="Calibri"/>
              <a:cs typeface="Arial"/>
            </a:endParaRPr>
          </a:p>
          <a:p>
            <a:endParaRPr lang="en-US" sz="2400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India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is one of the 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leading market 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in terms of 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Gross Sales 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for </a:t>
            </a:r>
            <a:r>
              <a:rPr lang="en-US" sz="2400" err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Atliq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Exclusive in 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Asia Pacific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region out of 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8 countries,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followed by South Korea, Indonesia, Australia and others.</a:t>
            </a:r>
          </a:p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F31947B-0403-467A-3495-122CFA12111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4548" r="4548"/>
          <a:stretch/>
        </p:blipFill>
        <p:spPr>
          <a:xfrm>
            <a:off x="7016750" y="2057400"/>
            <a:ext cx="4343400" cy="2687638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697E-C50A-860F-94F7-DFE25BB6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E238-8C0C-C5B2-01FC-8FD3C100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14154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What is the percentage of unique product increase in 2021 vs. 2020? The final output contains these fields:</a:t>
            </a:r>
            <a:br>
              <a:rPr lang="en-US" sz="2400" b="0">
                <a:latin typeface="Arial"/>
                <a:ea typeface="Calibri"/>
                <a:cs typeface="Arial"/>
              </a:rPr>
            </a:br>
            <a:endParaRPr lang="en-US" sz="2400" b="0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r>
              <a:rPr lang="en-US" sz="2400" b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  unique_products_2020</a:t>
            </a:r>
          </a:p>
          <a:p>
            <a:r>
              <a:rPr lang="en-US" sz="2400" b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  unique_products_2021</a:t>
            </a:r>
          </a:p>
          <a:p>
            <a:r>
              <a:rPr lang="en-US" sz="2400" b="0">
                <a:solidFill>
                  <a:schemeClr val="tx1"/>
                </a:solidFill>
                <a:latin typeface="Arial"/>
                <a:ea typeface="Calibri"/>
                <a:cs typeface="Arial"/>
              </a:rPr>
              <a:t>  </a:t>
            </a:r>
            <a:r>
              <a:rPr lang="en-US" sz="2400" b="0" err="1">
                <a:solidFill>
                  <a:schemeClr val="tx1"/>
                </a:solidFill>
                <a:latin typeface="Arial"/>
                <a:ea typeface="Calibri"/>
                <a:cs typeface="Arial"/>
              </a:rPr>
              <a:t>percentage_chg</a:t>
            </a:r>
            <a:endParaRPr lang="en-US" sz="2400" b="0">
              <a:solidFill>
                <a:schemeClr val="tx1"/>
              </a:solidFill>
              <a:latin typeface="Arial"/>
              <a:ea typeface="Calibri"/>
              <a:cs typeface="Arial"/>
            </a:endParaRPr>
          </a:p>
          <a:p>
            <a:endParaRPr lang="en-US" sz="2400" b="0">
              <a:solidFill>
                <a:srgbClr val="262626"/>
              </a:solidFill>
              <a:latin typeface="Arial"/>
              <a:ea typeface="Calibri"/>
              <a:cs typeface="Arial"/>
            </a:endParaRPr>
          </a:p>
          <a:p>
            <a:endParaRPr lang="en-US" sz="2400" dirty="0">
              <a:latin typeface="Century Gothic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9CCF5-D981-7E49-1699-68AF9F13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6ED85-3C9B-4A7D-458A-D202656C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240" y="3276990"/>
            <a:ext cx="4572000" cy="16183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We observe a 33.6% rise in number of unique products from 2020 to 2021.</a:t>
            </a:r>
          </a:p>
          <a:p>
            <a:endParaRPr lang="en-US">
              <a:solidFill>
                <a:srgbClr val="262626"/>
              </a:solidFill>
              <a:latin typeface="Century Gothic"/>
              <a:ea typeface="Calibri"/>
              <a:cs typeface="Calibri"/>
            </a:endParaRPr>
          </a:p>
          <a:p>
            <a:endParaRPr lang="en-US">
              <a:solidFill>
                <a:schemeClr val="accent3">
                  <a:lumMod val="49000"/>
                </a:schemeClr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8CE1381-102E-7894-A8B4-2696870ACDC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-20736" t="5852" r="20568"/>
          <a:stretch>
            <a:fillRect/>
          </a:stretch>
        </p:blipFill>
        <p:spPr>
          <a:xfrm>
            <a:off x="5696347" y="2021438"/>
            <a:ext cx="6710581" cy="27210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6236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27EC-2B60-4148-2E29-16B4AD24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6B115-8C53-A0CE-4F8E-B912C57C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14154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1"/>
                </a:solidFill>
                <a:latin typeface="Arial"/>
                <a:ea typeface="Calibri"/>
                <a:cs typeface="Arial"/>
              </a:rPr>
              <a:t>Provide a report with all the unique product counts for each segment and sort them in descending order of product counts.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86289-66A5-0586-CFB1-2363EE06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AB87-CEA3-0724-6DF4-5AE705646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240" y="3276990"/>
            <a:ext cx="5065357" cy="19158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Notebook segment has 129 unique products (Highest) and networking segment has 9 (Lowest) unique products</a:t>
            </a:r>
            <a:endParaRPr lang="en-US" b="1">
              <a:solidFill>
                <a:schemeClr val="accent3">
                  <a:lumMod val="49000"/>
                </a:schemeClr>
              </a:solidFill>
            </a:endParaRPr>
          </a:p>
          <a:p>
            <a:endParaRPr lang="en-US" sz="2400" b="1">
              <a:solidFill>
                <a:schemeClr val="accent3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262626"/>
              </a:solidFill>
              <a:latin typeface="Century Gothic"/>
              <a:ea typeface="Calibri"/>
              <a:cs typeface="Calibri"/>
            </a:endParaRPr>
          </a:p>
          <a:p>
            <a:endParaRPr lang="en-US">
              <a:solidFill>
                <a:schemeClr val="accent3">
                  <a:lumMod val="49000"/>
                </a:schemeClr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5B975FD-E05F-8CD3-6062-F12CE897D67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1151" r="1151"/>
          <a:stretch/>
        </p:blipFill>
        <p:spPr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2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7B6F-1B25-15FD-ED04-36550142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5470-0867-4CD0-8E1D-041DFEB9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9655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Follow-up: Which segment had the most increase in unique products in 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2021 vs 2020?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40AE-2A7D-291E-E94F-0DB83B35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285F-8FC0-C1DB-9A15-AF9AFAE3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229" y="2821279"/>
            <a:ext cx="5065357" cy="19158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The Accessories segment experienced the highest increase in unique products from 2020 to 2021, highlighting it as the company's fastest-growing product category.</a:t>
            </a:r>
          </a:p>
          <a:p>
            <a:endParaRPr lang="en-US" sz="2400" b="1" dirty="0">
              <a:solidFill>
                <a:schemeClr val="accent3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262626"/>
              </a:solidFill>
              <a:latin typeface="Century Gothic"/>
              <a:ea typeface="Calibri"/>
              <a:cs typeface="Calibri"/>
            </a:endParaRPr>
          </a:p>
          <a:p>
            <a:endParaRPr lang="en-US">
              <a:solidFill>
                <a:schemeClr val="accent3">
                  <a:lumMod val="49000"/>
                </a:schemeClr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BB6ED41-03E8-74C9-A404-D83B8079FF0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760" r="760"/>
          <a:stretch/>
        </p:blipFill>
        <p:spPr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50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ontent Placeholder 106">
            <a:extLst>
              <a:ext uri="{FF2B5EF4-FFF2-40B4-BE49-F238E27FC236}">
                <a16:creationId xmlns:a16="http://schemas.microsoft.com/office/drawing/2014/main" id="{DA83FD01-9FFC-0C06-9529-4E34F8F61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013" y="2105163"/>
            <a:ext cx="7967458" cy="1190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v"/>
            </a:pPr>
            <a:r>
              <a:rPr lang="en-US" sz="2000">
                <a:solidFill>
                  <a:schemeClr val="accent3">
                    <a:lumMod val="49000"/>
                  </a:schemeClr>
                </a:solidFill>
                <a:latin typeface="Arial"/>
                <a:cs typeface="Arial"/>
              </a:rPr>
              <a:t>AQ HOME Allin1 Gen 2 product has high manufacturing cost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pPr>
              <a:buClr>
                <a:srgbClr val="595959"/>
              </a:buClr>
              <a:buFont typeface="Wingdings" panose="020B0604020202020204" pitchFamily="34" charset="0"/>
              <a:buChar char="v"/>
            </a:pPr>
            <a:r>
              <a:rPr lang="en-US" sz="2000">
                <a:solidFill>
                  <a:schemeClr val="accent3">
                    <a:lumMod val="49000"/>
                  </a:schemeClr>
                </a:solidFill>
                <a:latin typeface="Arial"/>
                <a:cs typeface="Arial"/>
              </a:rPr>
              <a:t>AQ Master wired x1 </a:t>
            </a:r>
            <a:r>
              <a:rPr lang="en-US" sz="2000" err="1">
                <a:solidFill>
                  <a:schemeClr val="accent3">
                    <a:lumMod val="49000"/>
                  </a:schemeClr>
                </a:solidFill>
                <a:latin typeface="Arial"/>
                <a:cs typeface="Arial"/>
              </a:rPr>
              <a:t>Ms</a:t>
            </a:r>
            <a:r>
              <a:rPr lang="en-US" sz="2000">
                <a:solidFill>
                  <a:schemeClr val="accent3">
                    <a:lumMod val="49000"/>
                  </a:schemeClr>
                </a:solidFill>
                <a:latin typeface="Arial"/>
                <a:cs typeface="Arial"/>
              </a:rPr>
              <a:t> product has low manufacturing cost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pPr marL="45720" indent="0">
              <a:buClr>
                <a:srgbClr val="595959"/>
              </a:buClr>
              <a:buNone/>
            </a:pPr>
            <a:endParaRPr lang="en-US" dirty="0">
              <a:solidFill>
                <a:schemeClr val="accent3">
                  <a:lumMod val="49000"/>
                </a:schemeClr>
              </a:solidFill>
            </a:endParaRPr>
          </a:p>
        </p:txBody>
      </p:sp>
      <p:sp>
        <p:nvSpPr>
          <p:cNvPr id="109" name="Title 108">
            <a:extLst>
              <a:ext uri="{FF2B5EF4-FFF2-40B4-BE49-F238E27FC236}">
                <a16:creationId xmlns:a16="http://schemas.microsoft.com/office/drawing/2014/main" id="{5662D376-F612-B1A7-7584-ADBF672F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2" y="609600"/>
            <a:ext cx="8767439" cy="482601"/>
          </a:xfrm>
        </p:spPr>
        <p:txBody>
          <a:bodyPr>
            <a:no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Get the products that have the highest and lowest manufacturing costs.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1A8025-0870-176F-D271-FC84DF52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0278-88E5-1FA0-E2F7-3A7B80CC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7A5F-6906-77F1-6B4F-BE5E947B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14154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Generate </a:t>
            </a:r>
            <a:r>
              <a:rPr lang="en-US" sz="2400" kern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report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which contains </a:t>
            </a:r>
            <a:r>
              <a:rPr lang="en-US" sz="2400" kern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top 5 customers who received an 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high  </a:t>
            </a:r>
            <a:r>
              <a:rPr lang="en-US" sz="24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pre_invoice_discount_pct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2400" kern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for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  fiscal  year 2021  </a:t>
            </a:r>
            <a:r>
              <a:rPr lang="en-US" sz="2400" kern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and in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Indian  market</a:t>
            </a:r>
            <a:r>
              <a:rPr lang="en-US" sz="2400" kern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303C7-42AE-A206-D00F-8AEB4B0E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EA2DC-8EEF-C401-9579-D5608A556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701" y="2450006"/>
            <a:ext cx="5065357" cy="19158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Flipkart received the highest average pre-invoice discount in the Indian market during FY 2021, which may be driven by its large sales volume and strategic importance.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E7A9D45-E0B9-5126-37E2-18B503D4747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-2170" t="-4244" r="2170" b="6101"/>
          <a:stretch>
            <a:fillRect/>
          </a:stretch>
        </p:blipFill>
        <p:spPr>
          <a:xfrm>
            <a:off x="6961461" y="2007062"/>
            <a:ext cx="4343404" cy="2681871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359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E551-A80D-2A9D-98D6-F9FEF426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2F5A-16F5-05C5-7E92-712FF380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7768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Get </a:t>
            </a: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4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complete report </a:t>
            </a: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of </a:t>
            </a:r>
            <a:r>
              <a:rPr lang="en-US" sz="24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Gross sales amount for the </a:t>
            </a: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customer</a:t>
            </a:r>
            <a:r>
              <a:rPr lang="en-US" sz="24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 “</a:t>
            </a:r>
            <a:r>
              <a:rPr lang="en-US" sz="2400" dirty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Atliq</a:t>
            </a: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Exclusive”  for each month  .  This analysis helps to  get an idea of low and </a:t>
            </a:r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high-performing months and take strategic decisions.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290C1-5E7D-5295-9D65-6EF184D8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2DEEB-FC8B-67BB-BBA7-1A5DCE4D0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388620" indent="-342900">
              <a:buChar char="•"/>
            </a:pPr>
            <a:r>
              <a:rPr lang="en-US" sz="2400">
                <a:solidFill>
                  <a:schemeClr val="accent3">
                    <a:lumMod val="49000"/>
                  </a:schemeClr>
                </a:solidFill>
              </a:rPr>
              <a:t>Gross sales experienced a significant decline during the COVID-19 outbreak (March–May 2020) but recovered rapidly from June 2020.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pPr marL="388620" indent="-342900">
              <a:buClr>
                <a:srgbClr val="595959"/>
              </a:buClr>
              <a:buChar char="•"/>
            </a:pPr>
            <a:r>
              <a:rPr lang="en-US" sz="2400">
                <a:solidFill>
                  <a:schemeClr val="accent3">
                    <a:lumMod val="49000"/>
                  </a:schemeClr>
                </a:solidFill>
              </a:rPr>
              <a:t> Sales remained consistently strong throughout FY 2021, exceeding pre-pandemic levels.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pPr marL="388620" indent="-342900">
              <a:buClr>
                <a:srgbClr val="595959"/>
              </a:buClr>
              <a:buChar char="•"/>
            </a:pPr>
            <a:r>
              <a:rPr lang="en-US" sz="2400">
                <a:solidFill>
                  <a:schemeClr val="accent3">
                    <a:lumMod val="49000"/>
                  </a:schemeClr>
                </a:solidFill>
              </a:rPr>
              <a:t> November 2020 was the best-performing month, while relatively lower sales in April and August indicate opportunities for seasonal promotions and product launches to drive year-round revenue growth.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7D4A2AE-BD12-EE9F-3B3F-2D7DFCBE8AA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-1672" t="3769" r="1505" b="1508"/>
          <a:stretch>
            <a:fillRect/>
          </a:stretch>
        </p:blipFill>
        <p:spPr>
          <a:xfrm>
            <a:off x="6925549" y="2043018"/>
            <a:ext cx="4350666" cy="2734623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002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02EB-79A3-2A2B-BB21-ABE5F484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AF87-E26B-AC99-59E6-67030279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14154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 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which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quarter of 2020, got </a:t>
            </a:r>
            <a:r>
              <a:rPr lang="en-US" sz="2400" kern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maximum </a:t>
            </a:r>
            <a:r>
              <a:rPr lang="en-US" sz="24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lang="en-US" sz="24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_</a:t>
            </a:r>
            <a:r>
              <a:rPr lang="en-US" sz="24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sold</a:t>
            </a:r>
            <a:r>
              <a:rPr lang="en-US" sz="24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_</a:t>
            </a:r>
            <a:r>
              <a:rPr lang="en-US" sz="24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quantity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?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4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4D001-4D25-1781-F5DC-3352BA41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E2557-D0FD-3CAA-BA76-867CCB572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701" y="2450006"/>
            <a:ext cx="5065357" cy="19158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Q1 2020 achieved the highest </a:t>
            </a:r>
            <a:r>
              <a:rPr lang="en-US" sz="2400" dirty="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sales volume</a:t>
            </a:r>
            <a:r>
              <a:rPr lang="en-US" sz="240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highlighting the strongest demand period of the year</a:t>
            </a:r>
            <a:r>
              <a:rPr lang="en-US" sz="2400" dirty="0">
                <a:solidFill>
                  <a:schemeClr val="accent3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endParaRPr lang="en-US" sz="2400">
              <a:solidFill>
                <a:schemeClr val="accent3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E432904-916B-5237-19AC-1755209CAF2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198" b="1198"/>
          <a:stretch/>
        </p:blipFill>
        <p:spPr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133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19C5-6567-5BBE-0391-61519B34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5F62-C897-F44F-235F-1B0A3197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55" y="605624"/>
            <a:ext cx="9940702" cy="14154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Which channel helped to bring more gross sales in </a:t>
            </a:r>
            <a:r>
              <a:rPr lang="en-US" sz="2400" b="0" kern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4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fiscal year 2021 </a:t>
            </a:r>
            <a:endParaRPr lang="en-US" sz="24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b="0" kern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and </a:t>
            </a:r>
            <a:r>
              <a:rPr lang="en-US" sz="240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percentage of contribution?</a:t>
            </a:r>
            <a:r>
              <a:rPr lang="en-US" sz="24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en-US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BE0B0-5FC4-60BF-A833-848AFC7A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86D95-F837-0677-076B-F9E049124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376" y="1487786"/>
            <a:ext cx="5065357" cy="19158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88620" indent="-342900">
              <a:buFont typeface="Wingdings" pitchFamily="34" charset="0"/>
              <a:buChar char="v"/>
            </a:pP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Retailer emerged as </a:t>
            </a:r>
            <a:r>
              <a:rPr lang="en-US" sz="2400" b="1" dirty="0">
                <a:solidFill>
                  <a:schemeClr val="accent3">
                    <a:lumMod val="49000"/>
                  </a:schemeClr>
                </a:solidFill>
              </a:rPr>
              <a:t>the 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leading sales channel </a:t>
            </a:r>
            <a:r>
              <a:rPr lang="en-US" sz="2400" b="1" dirty="0">
                <a:solidFill>
                  <a:schemeClr val="accent3">
                    <a:lumMod val="49000"/>
                  </a:schemeClr>
                </a:solidFill>
              </a:rPr>
              <a:t>in FY 2021, 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contributing the highest share of gross </a:t>
            </a:r>
            <a:r>
              <a:rPr lang="en-US" sz="2400" b="1" dirty="0">
                <a:solidFill>
                  <a:schemeClr val="accent3">
                    <a:lumMod val="49000"/>
                  </a:schemeClr>
                </a:solidFill>
              </a:rPr>
              <a:t>sales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. </a:t>
            </a:r>
            <a:endParaRPr lang="en-US" sz="2400" b="1">
              <a:solidFill>
                <a:schemeClr val="accent3">
                  <a:lumMod val="49000"/>
                </a:schemeClr>
              </a:solidFill>
              <a:ea typeface="Calibri"/>
              <a:cs typeface="Calibri"/>
            </a:endParaRPr>
          </a:p>
          <a:p>
            <a:pPr marL="388620" indent="-342900">
              <a:buFont typeface="Wingdings" pitchFamily="34" charset="0"/>
              <a:buChar char="v"/>
            </a:pP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This highlights the </a:t>
            </a:r>
            <a:r>
              <a:rPr lang="en-US" sz="2400" b="1" dirty="0">
                <a:solidFill>
                  <a:schemeClr val="accent3">
                    <a:lumMod val="49000"/>
                  </a:schemeClr>
                </a:solidFill>
              </a:rPr>
              <a:t>importance</a:t>
            </a: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 of retail partnerships in driving revenue growth.</a:t>
            </a:r>
            <a:endParaRPr lang="en-US" sz="2400" b="1">
              <a:solidFill>
                <a:schemeClr val="accent3">
                  <a:lumMod val="49000"/>
                </a:schemeClr>
              </a:solidFill>
              <a:ea typeface="Calibri"/>
              <a:cs typeface="Calibri"/>
            </a:endParaRPr>
          </a:p>
          <a:p>
            <a:pPr marL="388620" indent="-342900">
              <a:buClr>
                <a:srgbClr val="595959"/>
              </a:buClr>
              <a:buFont typeface="Wingdings" pitchFamily="34" charset="0"/>
              <a:buChar char="v"/>
            </a:pPr>
            <a:r>
              <a:rPr lang="en-US" sz="2400" b="1">
                <a:solidFill>
                  <a:schemeClr val="accent3">
                    <a:lumMod val="49000"/>
                  </a:schemeClr>
                </a:solidFill>
              </a:rPr>
              <a:t> Strengthening this channel while improving other channel performances can help maximize overall sales.</a:t>
            </a:r>
            <a:endParaRPr lang="en-US" sz="2400" b="1">
              <a:solidFill>
                <a:schemeClr val="accent3">
                  <a:lumMod val="49000"/>
                </a:schemeClr>
              </a:solidFill>
              <a:latin typeface="Century Gothic"/>
              <a:ea typeface="Calibri"/>
              <a:cs typeface="Calibri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7C56FF7-D8F5-2E57-EF4B-D8071A0C336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1336" r="1336"/>
          <a:stretch/>
        </p:blipFill>
        <p:spPr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031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276531" cy="830943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Top 3 products in each division that have a high 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total_sold_quantity</a:t>
            </a:r>
            <a:r>
              <a:rPr lang="en-US">
                <a:latin typeface="Calibri"/>
                <a:ea typeface="Calibri"/>
                <a:cs typeface="Calibri"/>
              </a:rPr>
              <a:t> in the </a:t>
            </a:r>
            <a:r>
              <a:rPr lang="en-US" err="1">
                <a:latin typeface="Calibri"/>
                <a:ea typeface="Calibri"/>
                <a:cs typeface="Calibri"/>
              </a:rPr>
              <a:t>fiscal_year</a:t>
            </a:r>
            <a:r>
              <a:rPr lang="en-US">
                <a:latin typeface="Calibri"/>
                <a:ea typeface="Calibri"/>
                <a:cs typeface="Calibri"/>
              </a:rPr>
              <a:t> 2021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/>
              <a:t>10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E7202A-397E-C388-E7AB-F1E968A8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1" y="1707795"/>
            <a:ext cx="3393193" cy="23354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ED1B4A-77A2-7885-EBA2-19E78256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332" y="1905349"/>
            <a:ext cx="3523333" cy="2124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0978FD-B2C2-8A4B-E694-30D4F597C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32" y="2027799"/>
            <a:ext cx="3664811" cy="2001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F483D3-E682-4719-77B9-3A61B0270955}"/>
              </a:ext>
            </a:extLst>
          </p:cNvPr>
          <p:cNvSpPr txBox="1"/>
          <p:nvPr/>
        </p:nvSpPr>
        <p:spPr>
          <a:xfrm>
            <a:off x="1094669" y="4300218"/>
            <a:ext cx="10505605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/>
              <a:t>N &amp; S division recorded the highest product sales volumes</a:t>
            </a:r>
            <a:r>
              <a:rPr lang="en-US"/>
              <a:t>, with </a:t>
            </a:r>
            <a:r>
              <a:rPr lang="en-US" b="1"/>
              <a:t>AQ Pen Drive 2 IN 1</a:t>
            </a:r>
            <a:r>
              <a:rPr lang="en-US" dirty="0"/>
              <a:t> </a:t>
            </a:r>
            <a:r>
              <a:rPr lang="en-US"/>
              <a:t>leading at </a:t>
            </a:r>
            <a:r>
              <a:rPr lang="en-US" b="1"/>
              <a:t>701,373 units sold</a:t>
            </a:r>
            <a:r>
              <a:rPr lang="en-US"/>
              <a:t>, indicating strong customer demand for storage accessories. 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P &amp; A division also demonstrated strong performance</a:t>
            </a:r>
            <a:r>
              <a:rPr lang="en-US"/>
              <a:t>, with the top three products each selling over </a:t>
            </a:r>
            <a:r>
              <a:rPr lang="en-US" b="1"/>
              <a:t>419,000 units</a:t>
            </a:r>
            <a:r>
              <a:rPr lang="en-US"/>
              <a:t>, reflecting consistent demand across its best-selling products. 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PC division had significantly lower sales volumes</a:t>
            </a:r>
            <a:r>
              <a:rPr lang="en-US"/>
              <a:t>, with its top-selling product (</a:t>
            </a:r>
            <a:r>
              <a:rPr lang="en-US" b="1"/>
              <a:t>AQ Digit</a:t>
            </a:r>
            <a:r>
              <a:rPr lang="en-US"/>
              <a:t>) selling only </a:t>
            </a:r>
            <a:r>
              <a:rPr lang="en-US" b="1"/>
              <a:t>17,434 units</a:t>
            </a:r>
            <a:r>
              <a:rPr lang="en-US"/>
              <a:t>, suggesting lower demand or a more specialized market compared to the other divisions.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B05AF50-80DA-C452-7B57-1C1879CBA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846" y="3582761"/>
            <a:ext cx="3875665" cy="7810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A09C44-FB2E-64BC-3619-714C81DD1589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2AEA9-A2F5-9B51-EACF-C45475549388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A0E2F-1FD9-C7F3-7D45-EF0B5AB8117E}"/>
              </a:ext>
            </a:extLst>
          </p:cNvPr>
          <p:cNvSpPr txBox="1"/>
          <p:nvPr/>
        </p:nvSpPr>
        <p:spPr>
          <a:xfrm>
            <a:off x="1311617" y="1252995"/>
            <a:ext cx="8082350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Provide the list of markets in which customer "</a:t>
            </a:r>
            <a:r>
              <a:rPr lang="en-US" dirty="0" err="1"/>
              <a:t>Atliq</a:t>
            </a:r>
            <a:r>
              <a:rPr lang="en-US" dirty="0"/>
              <a:t> Exclusive" operates its business in the APAC region.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95E070-1253-A407-D566-69F4340F7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933" y="3161888"/>
            <a:ext cx="1461933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75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61EE-684B-644B-66E6-F4CC10B6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3462F1B-0FCC-02FB-B7FE-080042253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761" y="3040766"/>
            <a:ext cx="4241181" cy="18505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FBB7CA-B3AA-BCBE-9F48-0592E623D5DB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090B-E27D-4E90-CEFE-F749ECC7609C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C3AE7-1B04-CB91-5434-5DC8D5294F56}"/>
              </a:ext>
            </a:extLst>
          </p:cNvPr>
          <p:cNvSpPr txBox="1"/>
          <p:nvPr/>
        </p:nvSpPr>
        <p:spPr>
          <a:xfrm>
            <a:off x="1311617" y="837497"/>
            <a:ext cx="808235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2.  What is the percentage of unique product increase in 2021 vs. 2020? The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final output contains these fields,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unique_products_2020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unique_products_2021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percentage_chg</a:t>
            </a:r>
            <a:endParaRPr lang="en-US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A60723-30A7-68C7-45B1-8517037D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368" y="3420953"/>
            <a:ext cx="368521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80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4EAA-99B1-FF35-8E23-B17E25E1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0CC59EF1-BE8E-DF67-49DA-9A29381FF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008" y="3354161"/>
            <a:ext cx="4161341" cy="1238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A68F80-55BF-EAAB-6EDB-20051E1068DE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4897F-8AE1-2B06-5967-A33CEB09DBDB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06FAD-6778-CDE7-DB7B-FF4652B653D5}"/>
              </a:ext>
            </a:extLst>
          </p:cNvPr>
          <p:cNvSpPr txBox="1"/>
          <p:nvPr/>
        </p:nvSpPr>
        <p:spPr>
          <a:xfrm>
            <a:off x="1311617" y="698998"/>
            <a:ext cx="8082350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3.  Provide a report with all the unique product counts for each  segment  and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sort them in descending order of product counts. The final output contains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 fields,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segment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product_count</a:t>
            </a:r>
            <a:endParaRPr lang="en-US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DF50F-FCAE-8544-30A4-4D4E1640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21" y="3145446"/>
            <a:ext cx="1971162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73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0B94-5B50-DC25-F3CF-FA5D4A59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FAD44C28-15F0-B1FA-2A88-4DFAF40A5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467" y="2765893"/>
            <a:ext cx="3812213" cy="26343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03CC81-273F-F65C-23EC-0E1D3B752584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BE2E3-32AD-5007-4697-14F468E51CB7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85D76-91E9-B3DB-085B-E2C36A7D8386}"/>
              </a:ext>
            </a:extLst>
          </p:cNvPr>
          <p:cNvSpPr txBox="1"/>
          <p:nvPr/>
        </p:nvSpPr>
        <p:spPr>
          <a:xfrm>
            <a:off x="1311617" y="837497"/>
            <a:ext cx="808235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4. Follow-up: Which segment had the most increase in unique products in 2021 vs 2020? The final output contains these fields,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segment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product_count_2020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product_count_2021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difference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CF2CD-88B2-CB63-A759-B3F75136A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684" y="3123925"/>
            <a:ext cx="3399539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2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FC9C-4F5C-09D1-8676-24A52EDE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F90A4C-B307-D90C-CE7C-417DFCC26340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94CE0-EDDD-52BA-36EA-FB939C0DABB9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D4A25-B444-E60A-FB70-4CCB82ADA01C}"/>
              </a:ext>
            </a:extLst>
          </p:cNvPr>
          <p:cNvSpPr txBox="1"/>
          <p:nvPr/>
        </p:nvSpPr>
        <p:spPr>
          <a:xfrm>
            <a:off x="1311617" y="837497"/>
            <a:ext cx="808235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5. Get the products that have the highest and lowest manufacturing costs.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final output should contain these fields, </a:t>
            </a:r>
          </a:p>
          <a:p>
            <a:r>
              <a:rPr lang="en-US" dirty="0" err="1">
                <a:ea typeface="+mn-lt"/>
                <a:cs typeface="+mn-lt"/>
              </a:rPr>
              <a:t>product_code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product </a:t>
            </a:r>
          </a:p>
          <a:p>
            <a:r>
              <a:rPr lang="en-US" dirty="0" err="1">
                <a:ea typeface="+mn-lt"/>
                <a:cs typeface="+mn-lt"/>
              </a:rPr>
              <a:t>manufacturing_cost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A03A705-834C-8A07-8B6E-1FA13AF72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274" y="3194364"/>
            <a:ext cx="4570809" cy="21456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EC918E-9BED-10CF-3811-2163A4D25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78" y="3863273"/>
            <a:ext cx="3904233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18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5A9B-BDAE-93C0-38B5-ACA5C659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89CA7A-EA48-74FC-8632-9A517280591C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3BC53-3C15-FC3A-55E3-53CF6DED797B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C5B7C5-6C9E-DDD3-887A-45667C4C43C1}"/>
              </a:ext>
            </a:extLst>
          </p:cNvPr>
          <p:cNvSpPr txBox="1"/>
          <p:nvPr/>
        </p:nvSpPr>
        <p:spPr>
          <a:xfrm>
            <a:off x="1311617" y="560498"/>
            <a:ext cx="8082350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6. Generate a report which contains the top 5 customers who received </a:t>
            </a:r>
            <a:r>
              <a:rPr lang="en-US" dirty="0">
                <a:ea typeface="+mn-lt"/>
                <a:cs typeface="+mn-lt"/>
              </a:rPr>
              <a:t>an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average high  </a:t>
            </a:r>
            <a:r>
              <a:rPr lang="en-US" dirty="0" err="1">
                <a:ea typeface="+mn-lt"/>
                <a:cs typeface="+mn-lt"/>
              </a:rPr>
              <a:t>pre_invoice_discount_pct</a:t>
            </a:r>
            <a:r>
              <a:rPr lang="en-US" dirty="0">
                <a:ea typeface="+mn-lt"/>
                <a:cs typeface="+mn-lt"/>
              </a:rPr>
              <a:t>  for the  fiscal  year 2021  and in the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Indian  market. The final output contains these fields, </a:t>
            </a:r>
          </a:p>
          <a:p>
            <a:r>
              <a:rPr lang="en-US" dirty="0" err="1">
                <a:ea typeface="+mn-lt"/>
                <a:cs typeface="+mn-lt"/>
              </a:rPr>
              <a:t>customer_code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average_discount_percentage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9D931-F67C-8763-6C1B-7997B8FB4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684" y="3318293"/>
            <a:ext cx="3849364" cy="1460021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C37C21-6D35-97EE-EC31-2F53611C5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1274" y="3151256"/>
            <a:ext cx="4570809" cy="19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03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3623-C5EE-5DF7-1EA8-C42BE467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8255D2-FA08-742B-D14A-0AA6DB195EB5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460AA-A30C-AA2A-9D8C-4BDD65E112F5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F6402-DDAF-4AA2-9EAE-A32F492AC4F1}"/>
              </a:ext>
            </a:extLst>
          </p:cNvPr>
          <p:cNvSpPr txBox="1"/>
          <p:nvPr/>
        </p:nvSpPr>
        <p:spPr>
          <a:xfrm>
            <a:off x="1311617" y="698998"/>
            <a:ext cx="1036775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7. Get the complete report of the Gross sales amount for the customer  “</a:t>
            </a:r>
            <a:r>
              <a:rPr lang="en-US" dirty="0" err="1">
                <a:ea typeface="+mn-lt"/>
                <a:cs typeface="+mn-lt"/>
              </a:rPr>
              <a:t>Atliq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Exclusive”  for each month  .  This analysis helps to  get an idea of low and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high-performing months and take strategic decisions. </a:t>
            </a:r>
          </a:p>
          <a:p>
            <a:r>
              <a:rPr lang="en-US">
                <a:ea typeface="+mn-lt"/>
                <a:cs typeface="+mn-lt"/>
              </a:rPr>
              <a:t>The final report contains these columns: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Month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Year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Gross sales Amount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756BB-DBEB-8FF0-58BC-DA1CF7ED0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83" y="4016733"/>
            <a:ext cx="3399539" cy="102351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EDC8FCB-4421-50B9-303C-E1B8CDFD7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1274" y="3416527"/>
            <a:ext cx="4527278" cy="213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37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75-52B1-C2D0-9955-74DDEFF1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D345673E-8086-60DD-AA27-DDF2D4706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5467" y="3341941"/>
            <a:ext cx="3812213" cy="13661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23CF7-5E99-1243-77F5-858887B77EB8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2D86F-4D4B-1F52-FEB8-CBAB77D2BEAA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079B6-7316-72DC-2633-448AEFF073C1}"/>
              </a:ext>
            </a:extLst>
          </p:cNvPr>
          <p:cNvSpPr txBox="1"/>
          <p:nvPr/>
        </p:nvSpPr>
        <p:spPr>
          <a:xfrm>
            <a:off x="1543029" y="968762"/>
            <a:ext cx="8082350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8.  In which quarter of 2020, got the maximum </a:t>
            </a:r>
            <a:r>
              <a:rPr lang="en-US" dirty="0" err="1">
                <a:ea typeface="+mn-lt"/>
                <a:cs typeface="+mn-lt"/>
              </a:rPr>
              <a:t>total_sold_quantity</a:t>
            </a:r>
            <a:r>
              <a:rPr lang="en-US" dirty="0">
                <a:ea typeface="+mn-lt"/>
                <a:cs typeface="+mn-lt"/>
              </a:rPr>
              <a:t>? The final </a:t>
            </a:r>
          </a:p>
          <a:p>
            <a:r>
              <a:rPr lang="en-US" dirty="0">
                <a:ea typeface="+mn-lt"/>
                <a:cs typeface="+mn-lt"/>
              </a:rPr>
              <a:t>output contains these fields sorted by the </a:t>
            </a:r>
            <a:r>
              <a:rPr lang="en-US" dirty="0" err="1">
                <a:ea typeface="+mn-lt"/>
                <a:cs typeface="+mn-lt"/>
              </a:rPr>
              <a:t>total_sold_quantity</a:t>
            </a:r>
            <a:r>
              <a:rPr lang="en-US" dirty="0">
                <a:ea typeface="+mn-lt"/>
                <a:cs typeface="+mn-lt"/>
              </a:rPr>
              <a:t>,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Quarter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total_sold_quantity</a:t>
            </a:r>
            <a:endParaRPr lang="en-US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B036F-7A0C-4A9D-3546-CEA0B703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74" y="3123925"/>
            <a:ext cx="3379958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40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75-52B1-C2D0-9955-74DDEFF1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D345673E-8086-60DD-AA27-DDF2D4706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028" y="3123588"/>
            <a:ext cx="3187217" cy="22007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23CF7-5E99-1243-77F5-858887B77EB8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2D86F-4D4B-1F52-FEB8-CBAB77D2BEAA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079B6-7316-72DC-2633-448AEFF073C1}"/>
              </a:ext>
            </a:extLst>
          </p:cNvPr>
          <p:cNvSpPr txBox="1"/>
          <p:nvPr/>
        </p:nvSpPr>
        <p:spPr>
          <a:xfrm>
            <a:off x="1543029" y="1017272"/>
            <a:ext cx="8082350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9. Which channel helped to bring more gross sales in the fiscal year 2021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and the percentage of contribution?  The final output  contains these fields, </a:t>
            </a:r>
          </a:p>
          <a:p>
            <a:r>
              <a:rPr lang="en-US">
                <a:ea typeface="+mn-lt"/>
                <a:cs typeface="+mn-lt"/>
              </a:rPr>
              <a:t>channel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gross_sales_mln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percentage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B036F-7A0C-4A9D-3546-CEA0B703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74" y="3420376"/>
            <a:ext cx="3517807" cy="96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79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75-52B1-C2D0-9955-74DDEFF1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D345673E-8086-60DD-AA27-DDF2D4706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434" y="3414511"/>
            <a:ext cx="4150188" cy="26216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23CF7-5E99-1243-77F5-858887B77EB8}"/>
              </a:ext>
            </a:extLst>
          </p:cNvPr>
          <p:cNvSpPr/>
          <p:nvPr/>
        </p:nvSpPr>
        <p:spPr>
          <a:xfrm>
            <a:off x="196907" y="917414"/>
            <a:ext cx="1233631" cy="20319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2D86F-4D4B-1F52-FEB8-CBAB77D2BEAA}"/>
              </a:ext>
            </a:extLst>
          </p:cNvPr>
          <p:cNvSpPr txBox="1"/>
          <p:nvPr/>
        </p:nvSpPr>
        <p:spPr>
          <a:xfrm>
            <a:off x="292764" y="553712"/>
            <a:ext cx="124991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079B6-7316-72DC-2633-448AEFF073C1}"/>
              </a:ext>
            </a:extLst>
          </p:cNvPr>
          <p:cNvSpPr txBox="1"/>
          <p:nvPr/>
        </p:nvSpPr>
        <p:spPr>
          <a:xfrm>
            <a:off x="1543029" y="1016207"/>
            <a:ext cx="10469328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10.Get the Top 3 products in each division that have a high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total_sold_quantity</a:t>
            </a:r>
            <a:r>
              <a:rPr lang="en-US" dirty="0">
                <a:ea typeface="+mn-lt"/>
                <a:cs typeface="+mn-lt"/>
              </a:rPr>
              <a:t> in the </a:t>
            </a:r>
            <a:r>
              <a:rPr lang="en-US" dirty="0" err="1">
                <a:ea typeface="+mn-lt"/>
                <a:cs typeface="+mn-lt"/>
              </a:rPr>
              <a:t>fiscal_year</a:t>
            </a:r>
            <a:r>
              <a:rPr lang="en-US" dirty="0">
                <a:ea typeface="+mn-lt"/>
                <a:cs typeface="+mn-lt"/>
              </a:rPr>
              <a:t> 2021? The final output contains these </a:t>
            </a:r>
          </a:p>
          <a:p>
            <a:r>
              <a:rPr lang="en-US">
                <a:ea typeface="+mn-lt"/>
                <a:cs typeface="+mn-lt"/>
              </a:rPr>
              <a:t>fields,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division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product_code</a:t>
            </a:r>
            <a:r>
              <a:rPr lang="en-US" dirty="0">
                <a:ea typeface="+mn-lt"/>
                <a:cs typeface="+mn-lt"/>
              </a:rPr>
              <a:t>,</a:t>
            </a:r>
          </a:p>
          <a:p>
            <a:r>
              <a:rPr lang="en-US">
                <a:ea typeface="+mn-lt"/>
                <a:cs typeface="+mn-lt"/>
              </a:rPr>
              <a:t>product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total_sold_quantity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rank_order</a:t>
            </a:r>
            <a:endParaRPr lang="en-US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B036F-7A0C-4A9D-3546-CEA0B7035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317" y="3426456"/>
            <a:ext cx="3835877" cy="276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1575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Custom</vt:lpstr>
      <vt:lpstr>Atliq Hardware Business Insights using SQL</vt:lpstr>
      <vt:lpstr>Introduction​</vt:lpstr>
      <vt:lpstr>Provide the list of markets in which customer "Atliq Exclusive" operates its business in the APAC region. </vt:lpstr>
      <vt:lpstr>What is the percentage of unique product increase in 2021 vs. 2020? The final output contains these fields:    unique_products_2020   unique_products_2021   percentage_chg  </vt:lpstr>
      <vt:lpstr>Provide a report with all the unique product counts for each segment and sort them in descending order of product counts.</vt:lpstr>
      <vt:lpstr>Follow-up: Which segment had the most increase in unique products in  2021 vs 2020?</vt:lpstr>
      <vt:lpstr>Get the products that have the highest and lowest manufacturing costs.</vt:lpstr>
      <vt:lpstr>Generate a report which contains the top 5 customers who received an  average high  pre_invoice_discount_pct  for the  fiscal  year 2021  and in the  Indian  market. </vt:lpstr>
      <vt:lpstr>Get the complete report of the Gross sales amount for the customer  “Atliq  Exclusive”  for each month  .  This analysis helps to  get an idea of low and  high-performing months and take strategic decisions. </vt:lpstr>
      <vt:lpstr>In which quarter of 2020, got the maximum total_sold_quantity? </vt:lpstr>
      <vt:lpstr>Which channel helped to bring more gross sales in the fiscal year 2021  and the percentage of contribution? </vt:lpstr>
      <vt:lpstr>Top 3 products in each division that have a high  total_sold_quantity in the fiscal_year 2021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504</cp:revision>
  <dcterms:created xsi:type="dcterms:W3CDTF">2026-04-28T06:17:33Z</dcterms:created>
  <dcterms:modified xsi:type="dcterms:W3CDTF">2026-07-15T06:07:27Z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